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.xml" ContentType="application/vnd.openxmlformats-officedocument.presentationml.tags+xml"/>
  <Override PartName="/ppt/notesSlides/notesSlide18.xml" ContentType="application/vnd.openxmlformats-officedocument.presentationml.notesSlide+xml"/>
  <Override PartName="/ppt/tags/tag2.xml" ContentType="application/vnd.openxmlformats-officedocument.presentationml.tags+xml"/>
  <Override PartName="/ppt/notesSlides/notesSlide19.xml" ContentType="application/vnd.openxmlformats-officedocument.presentationml.notesSlide+xml"/>
  <Override PartName="/ppt/tags/tag3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4.xml" ContentType="application/vnd.openxmlformats-officedocument.presentationml.tags+xml"/>
  <Override PartName="/ppt/notesSlides/notesSlide22.xml" ContentType="application/vnd.openxmlformats-officedocument.presentationml.notesSlide+xml"/>
  <Override PartName="/ppt/tags/tag5.xml" ContentType="application/vnd.openxmlformats-officedocument.presentationml.tags+xml"/>
  <Override PartName="/ppt/notesSlides/notesSlide23.xml" ContentType="application/vnd.openxmlformats-officedocument.presentationml.notesSlide+xml"/>
  <Override PartName="/ppt/tags/tag6.xml" ContentType="application/vnd.openxmlformats-officedocument.presentationml.tags+xml"/>
  <Override PartName="/ppt/notesSlides/notesSlide24.xml" ContentType="application/vnd.openxmlformats-officedocument.presentationml.notesSlide+xml"/>
  <Override PartName="/ppt/tags/tag7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66"/>
  </p:notesMasterIdLst>
  <p:handoutMasterIdLst>
    <p:handoutMasterId r:id="rId67"/>
  </p:handoutMasterIdLst>
  <p:sldIdLst>
    <p:sldId id="325" r:id="rId3"/>
    <p:sldId id="1133" r:id="rId4"/>
    <p:sldId id="1129" r:id="rId5"/>
    <p:sldId id="328" r:id="rId6"/>
    <p:sldId id="887" r:id="rId7"/>
    <p:sldId id="309" r:id="rId8"/>
    <p:sldId id="1059" r:id="rId9"/>
    <p:sldId id="630" r:id="rId10"/>
    <p:sldId id="1125" r:id="rId11"/>
    <p:sldId id="1088" r:id="rId12"/>
    <p:sldId id="1089" r:id="rId13"/>
    <p:sldId id="1090" r:id="rId14"/>
    <p:sldId id="1091" r:id="rId15"/>
    <p:sldId id="854" r:id="rId16"/>
    <p:sldId id="852" r:id="rId17"/>
    <p:sldId id="1126" r:id="rId18"/>
    <p:sldId id="1130" r:id="rId19"/>
    <p:sldId id="900" r:id="rId20"/>
    <p:sldId id="901" r:id="rId21"/>
    <p:sldId id="1094" r:id="rId22"/>
    <p:sldId id="1095" r:id="rId23"/>
    <p:sldId id="909" r:id="rId24"/>
    <p:sldId id="513" r:id="rId25"/>
    <p:sldId id="1128" r:id="rId26"/>
    <p:sldId id="598" r:id="rId27"/>
    <p:sldId id="1138" r:id="rId28"/>
    <p:sldId id="1097" r:id="rId29"/>
    <p:sldId id="1098" r:id="rId30"/>
    <p:sldId id="1099" r:id="rId31"/>
    <p:sldId id="1100" r:id="rId32"/>
    <p:sldId id="1101" r:id="rId33"/>
    <p:sldId id="1103" r:id="rId34"/>
    <p:sldId id="1104" r:id="rId35"/>
    <p:sldId id="1105" r:id="rId36"/>
    <p:sldId id="1106" r:id="rId37"/>
    <p:sldId id="1107" r:id="rId38"/>
    <p:sldId id="1108" r:id="rId39"/>
    <p:sldId id="1113" r:id="rId40"/>
    <p:sldId id="938" r:id="rId41"/>
    <p:sldId id="1068" r:id="rId42"/>
    <p:sldId id="1111" r:id="rId43"/>
    <p:sldId id="1112" r:id="rId44"/>
    <p:sldId id="940" r:id="rId45"/>
    <p:sldId id="1139" r:id="rId46"/>
    <p:sldId id="1114" r:id="rId47"/>
    <p:sldId id="1115" r:id="rId48"/>
    <p:sldId id="1117" r:id="rId49"/>
    <p:sldId id="1134" r:id="rId50"/>
    <p:sldId id="1135" r:id="rId51"/>
    <p:sldId id="1136" r:id="rId52"/>
    <p:sldId id="1137" r:id="rId53"/>
    <p:sldId id="1118" r:id="rId54"/>
    <p:sldId id="1119" r:id="rId55"/>
    <p:sldId id="1140" r:id="rId56"/>
    <p:sldId id="1142" r:id="rId57"/>
    <p:sldId id="1132" r:id="rId58"/>
    <p:sldId id="1141" r:id="rId59"/>
    <p:sldId id="1121" r:id="rId60"/>
    <p:sldId id="1122" r:id="rId61"/>
    <p:sldId id="1123" r:id="rId62"/>
    <p:sldId id="1124" r:id="rId63"/>
    <p:sldId id="1053" r:id="rId64"/>
    <p:sldId id="326" r:id="rId65"/>
  </p:sldIdLst>
  <p:sldSz cx="12190413" cy="6859588"/>
  <p:notesSz cx="6858000" cy="9144000"/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1" userDrawn="1">
          <p15:clr>
            <a:srgbClr val="A4A3A4"/>
          </p15:clr>
        </p15:guide>
        <p15:guide id="2" pos="301" userDrawn="1">
          <p15:clr>
            <a:srgbClr val="A4A3A4"/>
          </p15:clr>
        </p15:guide>
        <p15:guide id="3" pos="64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3"/>
    <a:srgbClr val="595959"/>
    <a:srgbClr val="1369B2"/>
    <a:srgbClr val="FFFFFF"/>
    <a:srgbClr val="F2F2F2"/>
    <a:srgbClr val="EBAD13"/>
    <a:srgbClr val="BBBBBB"/>
    <a:srgbClr val="FAFAFA"/>
    <a:srgbClr val="006BBC"/>
    <a:srgbClr val="0075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53" autoAdjust="0"/>
    <p:restoredTop sz="89369" autoAdjust="0"/>
  </p:normalViewPr>
  <p:slideViewPr>
    <p:cSldViewPr>
      <p:cViewPr varScale="1">
        <p:scale>
          <a:sx n="116" d="100"/>
          <a:sy n="116" d="100"/>
        </p:scale>
        <p:origin x="114" y="102"/>
      </p:cViewPr>
      <p:guideLst>
        <p:guide orient="horz" pos="4321"/>
        <p:guide pos="301"/>
        <p:guide pos="64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3633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18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428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200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561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122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172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687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514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8215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66201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1636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855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361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4708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40841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2083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4479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5935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9486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5584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6252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0714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719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7506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4126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41725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1883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7585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9072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7874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124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8796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909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2F652BD-78F8-4263-B0C9-1157D4F9FB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1137BB1-9F5B-4D4F-9A56-B2F02308C4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D30E425-C7EA-45F0-85AD-6C51CB843B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.xml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.xml"/><Relationship Id="rId4" Type="http://schemas.openxmlformats.org/officeDocument/2006/relationships/image" Target="../media/image16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Relationship Id="rId4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Relationship Id="rId4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.xml"/><Relationship Id="rId4" Type="http://schemas.openxmlformats.org/officeDocument/2006/relationships/image" Target="../media/image19.e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829373" y="2637706"/>
            <a:ext cx="79463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1</a:t>
            </a:r>
            <a:r>
              <a:rPr lang="zh-CN" altLang="en-US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章 初识</a:t>
            </a:r>
            <a:r>
              <a:rPr lang="en-US" altLang="zh-CN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JavaScript</a:t>
            </a: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3862958" y="3861842"/>
            <a:ext cx="6192688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《JavaScript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前端开发案例教程（第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版）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126654" y="2277666"/>
            <a:ext cx="9721080" cy="688075"/>
            <a:chOff x="978872" y="1800500"/>
            <a:chExt cx="5471124" cy="515937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了解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JavaScript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基本概念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，能够说出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JavaScript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作用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由来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组成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特点</a:t>
              </a: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137937" y="3483916"/>
            <a:ext cx="9709797" cy="685959"/>
            <a:chOff x="978872" y="2570437"/>
            <a:chExt cx="5437064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熟悉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常见浏览器的特点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，能够说出浏览器的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组成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以及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作用</a:t>
              </a: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1149278" y="4688048"/>
            <a:ext cx="9698457" cy="688078"/>
            <a:chOff x="978873" y="3338786"/>
            <a:chExt cx="5437064" cy="515939"/>
          </a:xfrm>
        </p:grpSpPr>
        <p:sp>
          <p:nvSpPr>
            <p:cNvPr id="87" name="Pentagon 6"/>
            <p:cNvSpPr/>
            <p:nvPr/>
          </p:nvSpPr>
          <p:spPr bwMode="auto">
            <a:xfrm>
              <a:off x="978873" y="3338786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掌握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下载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和安装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Visual Studio Code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编辑器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，能够独立完成编辑器的下载和安装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8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3344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054646" y="2277666"/>
            <a:ext cx="10225136" cy="688075"/>
            <a:chOff x="978872" y="1800500"/>
            <a:chExt cx="5754812" cy="515937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5754812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JavaScript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代码引入方式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，能够通过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行内式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内嵌式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外链式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引入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JavaScript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代码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065929" y="3483916"/>
            <a:ext cx="10213853" cy="685959"/>
            <a:chOff x="978872" y="2570437"/>
            <a:chExt cx="5437064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JavaScript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常用的输入输出语句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，并能够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灵活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运用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1077270" y="4688048"/>
            <a:ext cx="10202512" cy="688078"/>
            <a:chOff x="978873" y="3338786"/>
            <a:chExt cx="5437064" cy="515939"/>
          </a:xfrm>
        </p:grpSpPr>
        <p:sp>
          <p:nvSpPr>
            <p:cNvPr id="87" name="Pentagon 6"/>
            <p:cNvSpPr/>
            <p:nvPr/>
          </p:nvSpPr>
          <p:spPr bwMode="auto">
            <a:xfrm>
              <a:off x="978873" y="3338786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掌握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JavaScript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注释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的使用，能够合理运用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单行注释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多行注释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增强代码的可读性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8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939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09934" y="2324124"/>
            <a:ext cx="10269847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Hypertext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Markup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Language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，超文本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语言）、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Cascading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Style Sheets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，串联样式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表）和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是开发网页所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必备的技术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，大家在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技术之后，已经能够编写出各式各样的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但若想让网页具有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良好的交互性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还要使用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。本章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将介绍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的基本概念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开发工具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基本使用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，让读者对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有一个初步的认识。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119265" y="2149223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119265" y="3286869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119265" y="4471453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024817" y="2127044"/>
            <a:ext cx="5142331" cy="613062"/>
            <a:chOff x="4315150" y="953426"/>
            <a:chExt cx="3857250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36090"/>
              <a:ext cx="2827147" cy="344580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JavaScript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基本概念</a:t>
              </a: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024817" y="3270043"/>
            <a:ext cx="5142331" cy="613062"/>
            <a:chOff x="4315150" y="1647579"/>
            <a:chExt cx="3857250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30243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开发工具</a:t>
              </a: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024817" y="4449800"/>
            <a:ext cx="5142331" cy="613062"/>
            <a:chOff x="4315150" y="2341731"/>
            <a:chExt cx="3857250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24395"/>
              <a:ext cx="2827146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JavaScript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基本使用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1719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JavaScript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基本概念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5429568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了解</a:t>
            </a:r>
            <a:r>
              <a:rPr lang="en-US" altLang="zh-CN" sz="2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JavaScript</a:t>
            </a:r>
            <a:r>
              <a:rPr lang="zh-CN" altLang="en-US" sz="2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基本概念</a:t>
            </a:r>
            <a:r>
              <a:rPr lang="zh-CN" altLang="en-US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能够说出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JavaScript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作用</a:t>
            </a:r>
            <a:endParaRPr lang="zh-CN" altLang="en-US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1.1.1  JavaScript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概述</a:t>
            </a:r>
          </a:p>
        </p:txBody>
      </p:sp>
    </p:spTree>
    <p:extLst>
      <p:ext uri="{BB962C8B-B14F-4D97-AF65-F5344CB8AC3E}">
        <p14:creationId xmlns:p14="http://schemas.microsoft.com/office/powerpoint/2010/main" val="550711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1.1.1  JavaScript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概述</a:t>
            </a:r>
          </a:p>
        </p:txBody>
      </p:sp>
      <p:sp>
        <p:nvSpPr>
          <p:cNvPr id="5" name="云形标注 5">
            <a:extLst>
              <a:ext uri="{FF2B5EF4-FFF2-40B4-BE49-F238E27FC236}">
                <a16:creationId xmlns:a16="http://schemas.microsoft.com/office/drawing/2014/main" id="{D94CED6C-DF6F-45EA-85D9-9668AEB0D0BB}"/>
              </a:ext>
            </a:extLst>
          </p:cNvPr>
          <p:cNvSpPr/>
          <p:nvPr/>
        </p:nvSpPr>
        <p:spPr>
          <a:xfrm>
            <a:off x="1917874" y="1501750"/>
            <a:ext cx="5257452" cy="2432100"/>
          </a:xfrm>
          <a:prstGeom prst="cloudCallout">
            <a:avLst>
              <a:gd name="adj1" fmla="val 64873"/>
              <a:gd name="adj2" fmla="val 423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什么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？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6398B114-32F7-40B3-97D2-CDF3CA3D35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1975" r="11457" b="7902"/>
          <a:stretch>
            <a:fillRect/>
          </a:stretch>
        </p:blipFill>
        <p:spPr bwMode="auto">
          <a:xfrm>
            <a:off x="8720698" y="1456267"/>
            <a:ext cx="2650193" cy="420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3989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1.1.1  JavaScript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概述</a:t>
            </a:r>
          </a:p>
        </p:txBody>
      </p:sp>
      <p:pic>
        <p:nvPicPr>
          <p:cNvPr id="6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6118FF3F-417B-46F3-A9BB-6A218A47536E}"/>
              </a:ext>
            </a:extLst>
          </p:cNvPr>
          <p:cNvGrpSpPr/>
          <p:nvPr/>
        </p:nvGrpSpPr>
        <p:grpSpPr bwMode="auto">
          <a:xfrm>
            <a:off x="4899447" y="1985403"/>
            <a:ext cx="5040312" cy="3244591"/>
            <a:chOff x="3403599" y="2421469"/>
            <a:chExt cx="5040490" cy="2784303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4560710" y="1264358"/>
              <a:ext cx="2726268" cy="5040490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4295" y="2749508"/>
              <a:ext cx="4439098" cy="2456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Web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开发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领域中的一种功能强大的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编程语言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，主要用于开发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交互式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的网页。我们在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计算机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手机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等设备上浏览的网页，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其多数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交互逻辑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都可以通过</a:t>
              </a:r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369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1.1.1  JavaScript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概述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054646" y="1053530"/>
            <a:ext cx="6097772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区别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6" name="矩形: 剪去单角 444">
            <a:extLst>
              <a:ext uri="{FF2B5EF4-FFF2-40B4-BE49-F238E27FC236}">
                <a16:creationId xmlns:a16="http://schemas.microsoft.com/office/drawing/2014/main" id="{19FA0B8E-72EC-4E99-89DB-3867B3C69466}"/>
              </a:ext>
            </a:extLst>
          </p:cNvPr>
          <p:cNvSpPr/>
          <p:nvPr/>
        </p:nvSpPr>
        <p:spPr bwMode="auto">
          <a:xfrm>
            <a:off x="4671972" y="2061642"/>
            <a:ext cx="2982018" cy="3538538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/>
            </a:endParaRPr>
          </a:p>
        </p:txBody>
      </p:sp>
      <p:sp>
        <p:nvSpPr>
          <p:cNvPr id="47" name="矩形 45">
            <a:extLst>
              <a:ext uri="{FF2B5EF4-FFF2-40B4-BE49-F238E27FC236}">
                <a16:creationId xmlns:a16="http://schemas.microsoft.com/office/drawing/2014/main" id="{CCDDA12A-1FA3-4244-9FA3-67138C406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1761" y="5452184"/>
            <a:ext cx="2982439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8" name="任意多边形: 形状 445">
            <a:extLst>
              <a:ext uri="{FF2B5EF4-FFF2-40B4-BE49-F238E27FC236}">
                <a16:creationId xmlns:a16="http://schemas.microsoft.com/office/drawing/2014/main" id="{177A54EA-A127-455F-974D-CC623EC354A4}"/>
              </a:ext>
            </a:extLst>
          </p:cNvPr>
          <p:cNvSpPr/>
          <p:nvPr/>
        </p:nvSpPr>
        <p:spPr bwMode="auto">
          <a:xfrm>
            <a:off x="6901744" y="2061642"/>
            <a:ext cx="752457" cy="805713"/>
          </a:xfrm>
          <a:custGeom>
            <a:avLst/>
            <a:gdLst>
              <a:gd name="T0" fmla="*/ 719975 w 608"/>
              <a:gd name="T1" fmla="*/ 0 h 608"/>
              <a:gd name="T2" fmla="*/ 0 w 608"/>
              <a:gd name="T3" fmla="*/ 0 h 608"/>
              <a:gd name="T4" fmla="*/ 719975 w 608"/>
              <a:gd name="T5" fmla="*/ 719975 h 608"/>
              <a:gd name="T6" fmla="*/ 719975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zh-CN"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2</a:t>
            </a:r>
          </a:p>
        </p:txBody>
      </p:sp>
      <p:sp>
        <p:nvSpPr>
          <p:cNvPr id="49" name="矩形: 剪去单角 437">
            <a:extLst>
              <a:ext uri="{FF2B5EF4-FFF2-40B4-BE49-F238E27FC236}">
                <a16:creationId xmlns:a16="http://schemas.microsoft.com/office/drawing/2014/main" id="{557C0594-4944-4D0A-894D-9781E8F9769A}"/>
              </a:ext>
            </a:extLst>
          </p:cNvPr>
          <p:cNvSpPr/>
          <p:nvPr/>
        </p:nvSpPr>
        <p:spPr bwMode="auto">
          <a:xfrm>
            <a:off x="1209955" y="2061642"/>
            <a:ext cx="2982018" cy="3538538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dirty="0"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/>
            </a:endParaRPr>
          </a:p>
        </p:txBody>
      </p:sp>
      <p:sp>
        <p:nvSpPr>
          <p:cNvPr id="50" name="矩形 42">
            <a:extLst>
              <a:ext uri="{FF2B5EF4-FFF2-40B4-BE49-F238E27FC236}">
                <a16:creationId xmlns:a16="http://schemas.microsoft.com/office/drawing/2014/main" id="{6485390D-F71D-4884-BA56-7E6C56618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956" y="5462330"/>
            <a:ext cx="2982439" cy="1378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1" name="任意多边形: 形状 438">
            <a:extLst>
              <a:ext uri="{FF2B5EF4-FFF2-40B4-BE49-F238E27FC236}">
                <a16:creationId xmlns:a16="http://schemas.microsoft.com/office/drawing/2014/main" id="{098CAD2A-A748-413F-A568-8263C97B2120}"/>
              </a:ext>
            </a:extLst>
          </p:cNvPr>
          <p:cNvSpPr/>
          <p:nvPr/>
        </p:nvSpPr>
        <p:spPr bwMode="auto">
          <a:xfrm>
            <a:off x="3439939" y="2061642"/>
            <a:ext cx="752457" cy="805713"/>
          </a:xfrm>
          <a:custGeom>
            <a:avLst/>
            <a:gdLst>
              <a:gd name="T0" fmla="*/ 631242 w 608"/>
              <a:gd name="T1" fmla="*/ 0 h 608"/>
              <a:gd name="T2" fmla="*/ 0 w 608"/>
              <a:gd name="T3" fmla="*/ 0 h 608"/>
              <a:gd name="T4" fmla="*/ 631242 w 608"/>
              <a:gd name="T5" fmla="*/ 631242 h 608"/>
              <a:gd name="T6" fmla="*/ 631242 w 608"/>
              <a:gd name="T7" fmla="*/ 0 h 608"/>
              <a:gd name="T8" fmla="*/ 0 60000 65536"/>
              <a:gd name="T9" fmla="*/ 0 60000 65536"/>
              <a:gd name="T10" fmla="*/ 0 60000 65536"/>
              <a:gd name="T11" fmla="*/ 0 60000 65536"/>
              <a:gd name="T12" fmla="*/ 0 w 608"/>
              <a:gd name="T13" fmla="*/ 0 h 608"/>
              <a:gd name="T14" fmla="*/ 608 w 608"/>
              <a:gd name="T15" fmla="*/ 608 h 6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lIns="121920" tIns="60960" rIns="121920" bIns="60960"/>
          <a:lstStyle/>
          <a:p>
            <a:pPr algn="r"/>
            <a:r>
              <a:rPr lang="en-US" altLang="ko-KR" sz="1600"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rPr>
              <a:t>1</a:t>
            </a:r>
          </a:p>
        </p:txBody>
      </p:sp>
      <p:sp>
        <p:nvSpPr>
          <p:cNvPr id="52" name="矩形: 剪去单角 455">
            <a:extLst>
              <a:ext uri="{FF2B5EF4-FFF2-40B4-BE49-F238E27FC236}">
                <a16:creationId xmlns:a16="http://schemas.microsoft.com/office/drawing/2014/main" id="{E9143164-0FD0-468A-BA0F-6351122D228E}"/>
              </a:ext>
            </a:extLst>
          </p:cNvPr>
          <p:cNvSpPr/>
          <p:nvPr/>
        </p:nvSpPr>
        <p:spPr bwMode="auto">
          <a:xfrm>
            <a:off x="8133988" y="2061642"/>
            <a:ext cx="2982018" cy="3538538"/>
          </a:xfrm>
          <a:prstGeom prst="snip1Rect">
            <a:avLst>
              <a:gd name="adj" fmla="val 29383"/>
            </a:avLst>
          </a:prstGeom>
          <a:solidFill>
            <a:srgbClr val="F6F6F6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EF290A4-D914-4E12-B9A6-EA8503998EA7}"/>
              </a:ext>
            </a:extLst>
          </p:cNvPr>
          <p:cNvSpPr/>
          <p:nvPr/>
        </p:nvSpPr>
        <p:spPr bwMode="auto">
          <a:xfrm>
            <a:off x="8133988" y="5453223"/>
            <a:ext cx="2982018" cy="136811"/>
          </a:xfrm>
          <a:prstGeom prst="rect">
            <a:avLst/>
          </a:prstGeom>
          <a:solidFill>
            <a:srgbClr val="0070C0"/>
          </a:solidFill>
          <a:ln w="12700">
            <a:noFill/>
            <a:prstDash val="solid"/>
            <a:round/>
          </a:ln>
          <a:effectLst/>
        </p:spPr>
        <p:txBody>
          <a:bodyPr anchor="ctr"/>
          <a:lstStyle/>
          <a:p>
            <a:pPr algn="ctr">
              <a:defRPr/>
            </a:pPr>
            <a:endParaRPr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/>
            </a:endParaRPr>
          </a:p>
        </p:txBody>
      </p:sp>
      <p:sp>
        <p:nvSpPr>
          <p:cNvPr id="54" name="任意多边形: 形状 456">
            <a:extLst>
              <a:ext uri="{FF2B5EF4-FFF2-40B4-BE49-F238E27FC236}">
                <a16:creationId xmlns:a16="http://schemas.microsoft.com/office/drawing/2014/main" id="{AE84C13F-B80B-48D4-B24A-BFE099388C8B}"/>
              </a:ext>
            </a:extLst>
          </p:cNvPr>
          <p:cNvSpPr/>
          <p:nvPr/>
        </p:nvSpPr>
        <p:spPr bwMode="auto">
          <a:xfrm>
            <a:off x="10364704" y="2061642"/>
            <a:ext cx="751302" cy="804634"/>
          </a:xfrm>
          <a:custGeom>
            <a:avLst/>
            <a:gdLst>
              <a:gd name="T0" fmla="*/ 608 w 608"/>
              <a:gd name="T1" fmla="*/ 0 h 608"/>
              <a:gd name="T2" fmla="*/ 0 w 608"/>
              <a:gd name="T3" fmla="*/ 0 h 608"/>
              <a:gd name="T4" fmla="*/ 608 w 608"/>
              <a:gd name="T5" fmla="*/ 608 h 608"/>
              <a:gd name="T6" fmla="*/ 608 w 608"/>
              <a:gd name="T7" fmla="*/ 0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08" h="608">
                <a:moveTo>
                  <a:pt x="608" y="0"/>
                </a:moveTo>
                <a:lnTo>
                  <a:pt x="0" y="0"/>
                </a:lnTo>
                <a:lnTo>
                  <a:pt x="608" y="608"/>
                </a:lnTo>
                <a:lnTo>
                  <a:pt x="608" y="0"/>
                </a:lnTo>
                <a:close/>
              </a:path>
            </a:pathLst>
          </a:custGeom>
          <a:solidFill>
            <a:srgbClr val="0070C0"/>
          </a:solidFill>
          <a:ln w="12700">
            <a:noFill/>
            <a:prstDash val="solid"/>
            <a:round/>
          </a:ln>
          <a:effectLst/>
        </p:spPr>
        <p:txBody>
          <a:bodyPr lIns="121920" tIns="60960" rIns="121920" bIns="60960">
            <a:normAutofit/>
          </a:bodyPr>
          <a:lstStyle/>
          <a:p>
            <a:pPr algn="r">
              <a:defRPr/>
            </a:pPr>
            <a:r>
              <a:rPr lang="en-US" altLang="ko-KR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3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5E9E1FA6-C5D0-4155-9B8C-3E7A159CE1B8}"/>
              </a:ext>
            </a:extLst>
          </p:cNvPr>
          <p:cNvSpPr/>
          <p:nvPr/>
        </p:nvSpPr>
        <p:spPr bwMode="auto">
          <a:xfrm>
            <a:off x="1426192" y="3938415"/>
            <a:ext cx="2643099" cy="923330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决定网页的</a:t>
            </a:r>
            <a:r>
              <a:rPr lang="zh-CN" altLang="en-US" sz="18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结构</a:t>
            </a:r>
            <a:r>
              <a:rPr lang="zh-CN" altLang="en-US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和</a:t>
            </a:r>
            <a:r>
              <a:rPr lang="zh-CN" altLang="en-US" sz="18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内容</a:t>
            </a:r>
            <a:r>
              <a:rPr lang="zh-CN" altLang="en-US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，相当于人的</a:t>
            </a:r>
            <a:r>
              <a:rPr lang="zh-CN" altLang="en-US" sz="18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身体</a:t>
            </a:r>
            <a:endParaRPr lang="zh-CN" altLang="en-US" sz="18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3F8EF0B-F76B-494E-9E81-54BBE1219060}"/>
              </a:ext>
            </a:extLst>
          </p:cNvPr>
          <p:cNvSpPr/>
          <p:nvPr/>
        </p:nvSpPr>
        <p:spPr bwMode="auto">
          <a:xfrm>
            <a:off x="2102808" y="3104137"/>
            <a:ext cx="2192198" cy="549586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2000" b="1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结构</a:t>
            </a:r>
            <a:endParaRPr lang="zh-CN" altLang="en-US" sz="2000" b="1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6CDC335-C0DB-4E50-8C6E-7E62A75801DA}"/>
              </a:ext>
            </a:extLst>
          </p:cNvPr>
          <p:cNvSpPr/>
          <p:nvPr/>
        </p:nvSpPr>
        <p:spPr bwMode="auto">
          <a:xfrm>
            <a:off x="4887998" y="3789834"/>
            <a:ext cx="2643099" cy="1330621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决定网页呈现给用户的</a:t>
            </a:r>
            <a:r>
              <a:rPr lang="zh-CN" altLang="en-US" sz="18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模样</a:t>
            </a:r>
            <a:r>
              <a:rPr lang="zh-CN" altLang="en-US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，</a:t>
            </a:r>
            <a:r>
              <a:rPr lang="zh-CN" altLang="en-US" sz="18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相当于</a:t>
            </a:r>
            <a:r>
              <a:rPr lang="zh-CN" altLang="en-US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人的</a:t>
            </a:r>
            <a:r>
              <a:rPr lang="zh-CN" altLang="en-US" sz="18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衣服</a:t>
            </a:r>
            <a:r>
              <a:rPr lang="zh-CN" altLang="en-US" sz="18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、</a:t>
            </a:r>
            <a:r>
              <a:rPr lang="zh-CN" altLang="en-US" sz="18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妆容</a:t>
            </a:r>
            <a:endParaRPr lang="zh-CN" altLang="en-US" sz="16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B1FEC5F-EA0C-473F-8134-B7D1EA1F1B16}"/>
              </a:ext>
            </a:extLst>
          </p:cNvPr>
          <p:cNvSpPr/>
          <p:nvPr/>
        </p:nvSpPr>
        <p:spPr bwMode="auto">
          <a:xfrm>
            <a:off x="5703208" y="3069754"/>
            <a:ext cx="2192198" cy="549586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2000" b="1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样式</a:t>
            </a:r>
            <a:endParaRPr lang="zh-CN" altLang="en-US" sz="2000" b="1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E095E78-F016-4361-A579-DA6B94D7D92E}"/>
              </a:ext>
            </a:extLst>
          </p:cNvPr>
          <p:cNvSpPr/>
          <p:nvPr/>
        </p:nvSpPr>
        <p:spPr bwMode="auto">
          <a:xfrm>
            <a:off x="8352632" y="3789834"/>
            <a:ext cx="2643099" cy="1338828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实现</a:t>
            </a:r>
            <a:r>
              <a:rPr lang="zh-CN" altLang="en-US" sz="18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业务逻辑</a:t>
            </a:r>
            <a:r>
              <a:rPr lang="zh-CN" altLang="en-US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和</a:t>
            </a:r>
            <a:r>
              <a:rPr lang="zh-CN" altLang="en-US" sz="18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页面控制</a:t>
            </a:r>
            <a:r>
              <a:rPr lang="zh-CN" altLang="en-US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，相当于人的各种</a:t>
            </a:r>
            <a:r>
              <a:rPr lang="zh-CN" altLang="en-US" sz="18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动作</a:t>
            </a:r>
            <a:endParaRPr lang="zh-CN" altLang="en-US" sz="18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C61DED4-F117-46C6-B391-1CA2DF1EB1A1}"/>
              </a:ext>
            </a:extLst>
          </p:cNvPr>
          <p:cNvSpPr/>
          <p:nvPr/>
        </p:nvSpPr>
        <p:spPr bwMode="auto">
          <a:xfrm>
            <a:off x="9159592" y="3104137"/>
            <a:ext cx="2192198" cy="549586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2000" b="1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行为</a:t>
            </a:r>
            <a:endParaRPr lang="zh-CN" altLang="en-US" sz="2000" b="1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F8EF0B-F76B-494E-9E81-54BBE1219060}"/>
              </a:ext>
            </a:extLst>
          </p:cNvPr>
          <p:cNvSpPr/>
          <p:nvPr/>
        </p:nvSpPr>
        <p:spPr bwMode="auto">
          <a:xfrm>
            <a:off x="1998842" y="2456065"/>
            <a:ext cx="2192198" cy="581057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en-US" altLang="zh-CN" b="1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HTML</a:t>
            </a:r>
            <a:endParaRPr lang="zh-CN" altLang="en-US" b="1" dirty="0">
              <a:solidFill>
                <a:srgbClr val="1369B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B1FEC5F-EA0C-473F-8134-B7D1EA1F1B16}"/>
              </a:ext>
            </a:extLst>
          </p:cNvPr>
          <p:cNvSpPr/>
          <p:nvPr/>
        </p:nvSpPr>
        <p:spPr bwMode="auto">
          <a:xfrm>
            <a:off x="5631200" y="2421682"/>
            <a:ext cx="2192198" cy="581057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en-US" altLang="zh-CN" b="1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CSS</a:t>
            </a:r>
            <a:endParaRPr lang="zh-CN" altLang="en-US" b="1" dirty="0">
              <a:solidFill>
                <a:srgbClr val="1369B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C61DED4-F117-46C6-B391-1CA2DF1EB1A1}"/>
              </a:ext>
            </a:extLst>
          </p:cNvPr>
          <p:cNvSpPr/>
          <p:nvPr/>
        </p:nvSpPr>
        <p:spPr bwMode="auto">
          <a:xfrm>
            <a:off x="8727544" y="2456065"/>
            <a:ext cx="2192198" cy="581057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en-US" altLang="zh-CN" b="1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/>
              </a:rPr>
              <a:t>JavaScript</a:t>
            </a:r>
            <a:endParaRPr lang="zh-CN" altLang="en-US" b="1" dirty="0">
              <a:solidFill>
                <a:srgbClr val="1369B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502071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1.1.1  JavaScript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概述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054646" y="1053530"/>
            <a:ext cx="6097772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可以实现哪些常见的交互效果？</a:t>
            </a:r>
            <a:endParaRPr lang="en-US" altLang="zh-CN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4EDFDFC-80EB-4D0E-ADA1-9CD49429F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973" y="1989634"/>
            <a:ext cx="4074153" cy="228578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6A993EF-D7C2-4868-8EF6-B673137D9210}"/>
              </a:ext>
            </a:extLst>
          </p:cNvPr>
          <p:cNvSpPr txBox="1"/>
          <p:nvPr/>
        </p:nvSpPr>
        <p:spPr>
          <a:xfrm>
            <a:off x="2768293" y="427542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轮播图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E8DCDBE-18F5-48D4-9FA8-2B574942E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741" y="1989634"/>
            <a:ext cx="3891905" cy="2138794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060EB6D7-C697-483E-B987-2CBD4858E2E3}"/>
              </a:ext>
            </a:extLst>
          </p:cNvPr>
          <p:cNvSpPr txBox="1"/>
          <p:nvPr/>
        </p:nvSpPr>
        <p:spPr>
          <a:xfrm>
            <a:off x="7835011" y="427158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地图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A5560C0-65D4-4C96-85B8-C15FE10D2B6D}"/>
              </a:ext>
            </a:extLst>
          </p:cNvPr>
          <p:cNvSpPr txBox="1"/>
          <p:nvPr/>
        </p:nvSpPr>
        <p:spPr>
          <a:xfrm>
            <a:off x="1342678" y="4869954"/>
            <a:ext cx="824462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-342900">
              <a:lnSpc>
                <a:spcPct val="150000"/>
              </a:lnSpc>
              <a:buFont typeface="Wingdings" panose="05000000000000000000" pitchFamily="2" charset="2"/>
              <a:buChar char=""/>
              <a:defRPr/>
            </a:pPr>
            <a:r>
              <a:rPr lang="zh-CN" altLang="zh-CN" sz="18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轮播图</a:t>
            </a:r>
            <a:r>
              <a:rPr lang="zh-CN" altLang="zh-CN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：通过</a:t>
            </a:r>
            <a:r>
              <a:rPr lang="en-US" altLang="zh-CN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zh-CN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实现每隔一段时间自动切换</a:t>
            </a:r>
            <a:r>
              <a:rPr lang="zh-CN" altLang="zh-CN" sz="18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图片</a:t>
            </a:r>
            <a:r>
              <a:rPr lang="zh-CN" altLang="en-US" sz="18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的效果</a:t>
            </a:r>
            <a:r>
              <a:rPr lang="zh-CN" altLang="zh-CN" sz="18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zh-CN" sz="18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E332B95-C27A-487D-9008-0E5E091712C8}"/>
              </a:ext>
            </a:extLst>
          </p:cNvPr>
          <p:cNvSpPr txBox="1"/>
          <p:nvPr/>
        </p:nvSpPr>
        <p:spPr>
          <a:xfrm>
            <a:off x="1342678" y="5479117"/>
            <a:ext cx="8710706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-342900">
              <a:lnSpc>
                <a:spcPct val="150000"/>
              </a:lnSpc>
              <a:buFont typeface="Wingdings" panose="05000000000000000000" pitchFamily="2" charset="2"/>
              <a:buChar char=""/>
              <a:defRPr/>
            </a:pPr>
            <a:r>
              <a:rPr lang="zh-CN" altLang="zh-CN" sz="18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地图</a:t>
            </a:r>
            <a:r>
              <a:rPr lang="zh-CN" altLang="zh-CN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：通过</a:t>
            </a:r>
            <a:r>
              <a:rPr lang="en-US" altLang="zh-CN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zh-CN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实现地图的放大、缩小、滚动等效果。</a:t>
            </a:r>
          </a:p>
        </p:txBody>
      </p:sp>
    </p:spTree>
    <p:extLst>
      <p:ext uri="{BB962C8B-B14F-4D97-AF65-F5344CB8AC3E}">
        <p14:creationId xmlns:p14="http://schemas.microsoft.com/office/powerpoint/2010/main" val="161481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1.1.1  JavaScript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概述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AC76212-EC23-4F95-A3FA-72E85045A7CA}"/>
              </a:ext>
            </a:extLst>
          </p:cNvPr>
          <p:cNvSpPr txBox="1"/>
          <p:nvPr/>
        </p:nvSpPr>
        <p:spPr>
          <a:xfrm>
            <a:off x="1054646" y="1053530"/>
            <a:ext cx="6097772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可以实现哪些常见的交互效果？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6A993EF-D7C2-4868-8EF6-B673137D9210}"/>
              </a:ext>
            </a:extLst>
          </p:cNvPr>
          <p:cNvSpPr txBox="1"/>
          <p:nvPr/>
        </p:nvSpPr>
        <p:spPr>
          <a:xfrm>
            <a:off x="2856587" y="443790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选项卡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60EB6D7-C697-483E-B987-2CBD4858E2E3}"/>
              </a:ext>
            </a:extLst>
          </p:cNvPr>
          <p:cNvSpPr txBox="1"/>
          <p:nvPr/>
        </p:nvSpPr>
        <p:spPr>
          <a:xfrm>
            <a:off x="7835011" y="427158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表单验证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A5560C0-65D4-4C96-85B8-C15FE10D2B6D}"/>
              </a:ext>
            </a:extLst>
          </p:cNvPr>
          <p:cNvSpPr txBox="1"/>
          <p:nvPr/>
        </p:nvSpPr>
        <p:spPr>
          <a:xfrm>
            <a:off x="1342678" y="4869954"/>
            <a:ext cx="8244627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-342900">
              <a:lnSpc>
                <a:spcPct val="150000"/>
              </a:lnSpc>
              <a:buFont typeface="Wingdings" panose="05000000000000000000" pitchFamily="2" charset="2"/>
              <a:buChar char=""/>
              <a:defRPr/>
            </a:pPr>
            <a:r>
              <a:rPr lang="zh-CN" altLang="en-US" sz="18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选项卡</a:t>
            </a:r>
            <a:r>
              <a:rPr lang="zh-CN" altLang="en-US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：通过</a:t>
            </a:r>
            <a:r>
              <a:rPr lang="en-US" altLang="zh-CN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en-US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实现选项卡的切换效果</a:t>
            </a:r>
            <a:r>
              <a:rPr lang="zh-CN" altLang="zh-CN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E332B95-C27A-487D-9008-0E5E091712C8}"/>
              </a:ext>
            </a:extLst>
          </p:cNvPr>
          <p:cNvSpPr txBox="1"/>
          <p:nvPr/>
        </p:nvSpPr>
        <p:spPr>
          <a:xfrm>
            <a:off x="1342678" y="5479117"/>
            <a:ext cx="95050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-342900">
              <a:lnSpc>
                <a:spcPct val="150000"/>
              </a:lnSpc>
              <a:buFont typeface="Wingdings" panose="05000000000000000000" pitchFamily="2" charset="2"/>
              <a:buChar char=""/>
              <a:defRPr/>
            </a:pPr>
            <a:r>
              <a:rPr lang="zh-CN" altLang="en-US" sz="18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表单验证</a:t>
            </a:r>
            <a:r>
              <a:rPr lang="zh-CN" altLang="en-US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：用户填写表单时，通过</a:t>
            </a:r>
            <a:r>
              <a:rPr lang="en-US" altLang="zh-CN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en-US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检查用户填写的格式是否正确，如果格式有误</a:t>
            </a:r>
            <a:r>
              <a:rPr lang="zh-CN" altLang="en-US" sz="18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，则提示</a:t>
            </a:r>
            <a:r>
              <a:rPr lang="zh-CN" altLang="en-US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用户更正</a:t>
            </a:r>
            <a:r>
              <a:rPr lang="zh-CN" altLang="zh-CN" sz="18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94DB40F-CEDA-44BE-A657-273B0F794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726" y="1989913"/>
            <a:ext cx="3168352" cy="240794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35F642D-790F-4BA1-9BF2-ED1308D03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506" y="1917626"/>
            <a:ext cx="3114100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210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1.1.1  JavaScript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概述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F46B77F-7E2D-44AA-847D-7858BB63A066}"/>
              </a:ext>
            </a:extLst>
          </p:cNvPr>
          <p:cNvSpPr txBox="1"/>
          <p:nvPr/>
        </p:nvSpPr>
        <p:spPr>
          <a:xfrm>
            <a:off x="1054646" y="1053530"/>
            <a:ext cx="105131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还可以实现网页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从服务器动态获取数据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，例如，用户在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百度搜索引擎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网站中进行搜索时，在输入框中输入几个字以后，网页会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智能感知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用户接下来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要搜索的内容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026" name="Picture 2" descr="1-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838" y="2205658"/>
            <a:ext cx="6543972" cy="4122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5034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5429568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了解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JavaScript</a:t>
            </a:r>
            <a:r>
              <a:rPr lang="zh-CN" altLang="en-US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的由来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，能够说出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JavaScript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</a:t>
            </a:r>
            <a:r>
              <a:rPr lang="zh-CN" altLang="en-US" sz="2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发展历史</a:t>
            </a:r>
            <a:endParaRPr lang="zh-CN" altLang="en-US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43DA623A-F92E-4B1A-8E24-D4DF8F48A24D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1.1.2  JavaScript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的由来</a:t>
            </a:r>
          </a:p>
        </p:txBody>
      </p:sp>
    </p:spTree>
    <p:extLst>
      <p:ext uri="{BB962C8B-B14F-4D97-AF65-F5344CB8AC3E}">
        <p14:creationId xmlns:p14="http://schemas.microsoft.com/office/powerpoint/2010/main" val="270978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1.1.2  JavaScript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的由来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A64A85D-8887-420E-B33B-14798A276347}"/>
              </a:ext>
            </a:extLst>
          </p:cNvPr>
          <p:cNvSpPr txBox="1"/>
          <p:nvPr/>
        </p:nvSpPr>
        <p:spPr>
          <a:xfrm>
            <a:off x="1143690" y="3057172"/>
            <a:ext cx="3107460" cy="417195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defTabSz="508000" eaLnBrk="0">
              <a:defRPr/>
            </a:pPr>
            <a:r>
              <a:rPr lang="en-US" altLang="zh-CN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1996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3E03B56-2B38-48CE-97DE-9C7F83428840}"/>
              </a:ext>
            </a:extLst>
          </p:cNvPr>
          <p:cNvSpPr txBox="1"/>
          <p:nvPr/>
        </p:nvSpPr>
        <p:spPr>
          <a:xfrm>
            <a:off x="1143690" y="1197546"/>
            <a:ext cx="3107460" cy="417195"/>
          </a:xfrm>
          <a:prstGeom prst="rect">
            <a:avLst/>
          </a:prstGeom>
          <a:noFill/>
        </p:spPr>
        <p:txBody>
          <a:bodyPr vert="horz" wrap="none" lIns="0" tIns="0" rIns="0" bIns="0" anchor="ctr">
            <a:noAutofit/>
          </a:bodyPr>
          <a:lstStyle/>
          <a:p>
            <a:pPr marL="0" marR="0" lvl="0" indent="0" defTabSz="508000" rtl="0" eaLnBrk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1995</a:t>
            </a:r>
            <a:r>
              <a:rPr lang="zh-CN" altLang="en-US" sz="2000" b="1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EEA2C3C-0903-456C-BE4A-B50DA91F72EE}"/>
              </a:ext>
            </a:extLst>
          </p:cNvPr>
          <p:cNvSpPr txBox="1"/>
          <p:nvPr/>
        </p:nvSpPr>
        <p:spPr>
          <a:xfrm>
            <a:off x="1122551" y="1773610"/>
            <a:ext cx="101758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网景通信公司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Netscape Communications Corporation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，简称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网景公司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网景导航者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Netscape Navigator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）浏览器开发了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016C52C-D02C-45EC-A679-0B9BF884CBC8}"/>
              </a:ext>
            </a:extLst>
          </p:cNvPr>
          <p:cNvSpPr txBox="1"/>
          <p:nvPr/>
        </p:nvSpPr>
        <p:spPr>
          <a:xfrm>
            <a:off x="1143690" y="4882728"/>
            <a:ext cx="9640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后来，网景公司将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语言提交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ECMA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国际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（前身为欧洲计算机制造商协会），希望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能够成为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国际标准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015A70D-B6ED-4329-ADC2-1AA884B97266}"/>
              </a:ext>
            </a:extLst>
          </p:cNvPr>
          <p:cNvSpPr txBox="1"/>
          <p:nvPr/>
        </p:nvSpPr>
        <p:spPr>
          <a:xfrm>
            <a:off x="1175170" y="3584814"/>
            <a:ext cx="981658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网景公司在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网景导航者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2.0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内置了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。其后，微软公司开发了一种与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语言相近的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JScript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语言，内置于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Internet Explorer 3.0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浏览器发布，与网景导航者浏览器竞争。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8842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1.1.2  JavaScript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的由来</a:t>
            </a:r>
          </a:p>
        </p:txBody>
      </p:sp>
      <p:sp>
        <p:nvSpPr>
          <p:cNvPr id="2" name="矩形: 对角圆角 1">
            <a:extLst>
              <a:ext uri="{FF2B5EF4-FFF2-40B4-BE49-F238E27FC236}">
                <a16:creationId xmlns:a16="http://schemas.microsoft.com/office/drawing/2014/main" id="{53AD90A9-F841-4974-BA62-4F99C83760E7}"/>
              </a:ext>
            </a:extLst>
          </p:cNvPr>
          <p:cNvSpPr/>
          <p:nvPr/>
        </p:nvSpPr>
        <p:spPr>
          <a:xfrm>
            <a:off x="1342678" y="2133650"/>
            <a:ext cx="9505056" cy="3096344"/>
          </a:xfrm>
          <a:prstGeom prst="round2Diag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B07F2D-CFFA-4DE2-82C8-13A4F1C73BB3}"/>
              </a:ext>
            </a:extLst>
          </p:cNvPr>
          <p:cNvSpPr/>
          <p:nvPr/>
        </p:nvSpPr>
        <p:spPr>
          <a:xfrm>
            <a:off x="4078982" y="1845618"/>
            <a:ext cx="3528392" cy="506086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B0F07C9-B89E-488E-B877-D4F16C807326}"/>
              </a:ext>
            </a:extLst>
          </p:cNvPr>
          <p:cNvSpPr txBox="1"/>
          <p:nvPr/>
        </p:nvSpPr>
        <p:spPr>
          <a:xfrm>
            <a:off x="1738722" y="2786946"/>
            <a:ext cx="87129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语言名称比较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，这是因为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网景公司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命名时，考虑到该公司与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Sun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2009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年被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Oracle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公司收购）的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合作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但实际上，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只是名字相似，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本质上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是完全不同的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两种语言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571890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1.1.2  JavaScript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的由来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C2D5A3D-9060-4629-8800-ECD8E28E6DDA}"/>
              </a:ext>
            </a:extLst>
          </p:cNvPr>
          <p:cNvGrpSpPr/>
          <p:nvPr/>
        </p:nvGrpSpPr>
        <p:grpSpPr bwMode="auto">
          <a:xfrm>
            <a:off x="4899447" y="2061642"/>
            <a:ext cx="5040312" cy="3334597"/>
            <a:chOff x="3403599" y="2421469"/>
            <a:chExt cx="5040490" cy="2861540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8EA64AFA-F709-4A10-AE65-BF5CB5E5E144}"/>
                </a:ext>
              </a:extLst>
            </p:cNvPr>
            <p:cNvSpPr/>
            <p:nvPr/>
          </p:nvSpPr>
          <p:spPr bwMode="auto">
            <a:xfrm rot="5400000">
              <a:off x="4560710" y="1264358"/>
              <a:ext cx="2726268" cy="5040490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1" name="矩形 5">
              <a:extLst>
                <a:ext uri="{FF2B5EF4-FFF2-40B4-BE49-F238E27FC236}">
                  <a16:creationId xmlns:a16="http://schemas.microsoft.com/office/drawing/2014/main" id="{09540677-86FE-4889-83AC-399BE8E18A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4295" y="2668276"/>
              <a:ext cx="4639654" cy="26147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ECMA</a:t>
              </a:r>
              <a:r>
                <a:rPr lang="zh-CN" altLang="en-US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国际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是一个国际性会员</a:t>
              </a:r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制的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信息和电信标准组织，该组织发布了</a:t>
              </a:r>
              <a:r>
                <a:rPr lang="en-US" altLang="zh-CN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ECMA-262</a:t>
              </a:r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标准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文件，规定了浏览器脚本语言的标准，并将这种语言称为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ECMAScript</a:t>
              </a:r>
              <a:r>
                <a:rPr lang="zh-CN" altLang="en-US" sz="18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。</a:t>
              </a:r>
              <a:r>
                <a:rPr lang="en-US" altLang="zh-CN" sz="18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JScript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可以理解为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ECMAScript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的实现和扩展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  <a:p>
              <a:pPr algn="just">
                <a:lnSpc>
                  <a:spcPct val="150000"/>
                </a:lnSpc>
              </a:pP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2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8793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5429568" cy="1165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了解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JavaScript</a:t>
            </a:r>
            <a:r>
              <a:rPr lang="zh-CN" altLang="en-US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组成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，能够说出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JavaScript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组成部分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43DA623A-F92E-4B1A-8E24-D4DF8F48A24D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1.1.3  JavaScript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的组成</a:t>
            </a:r>
          </a:p>
        </p:txBody>
      </p:sp>
    </p:spTree>
    <p:extLst>
      <p:ext uri="{BB962C8B-B14F-4D97-AF65-F5344CB8AC3E}">
        <p14:creationId xmlns:p14="http://schemas.microsoft.com/office/powerpoint/2010/main" val="133041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1.1.3  JavaScript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的组成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4050476-582B-401C-894A-12AF5EAC3665}"/>
              </a:ext>
            </a:extLst>
          </p:cNvPr>
          <p:cNvSpPr txBox="1"/>
          <p:nvPr/>
        </p:nvSpPr>
        <p:spPr>
          <a:xfrm>
            <a:off x="1054646" y="1053530"/>
            <a:ext cx="8496944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是由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ECMAScript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BOM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这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部分组成的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5BFDA8-2B73-4A4F-AEC8-89A871BF0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388" y="2061642"/>
            <a:ext cx="6617170" cy="369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299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1.1.3  JavaScript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的组成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1F5614-4F2C-49FF-A2F9-B2DB81181C9B}"/>
              </a:ext>
            </a:extLst>
          </p:cNvPr>
          <p:cNvSpPr txBox="1"/>
          <p:nvPr/>
        </p:nvSpPr>
        <p:spPr>
          <a:xfrm>
            <a:off x="1054646" y="1845618"/>
            <a:ext cx="10369152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ECMAScript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：规定了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编程语法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基础核心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内容，是所有浏览器厂商共同遵守的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一套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工业标准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18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文档对象模型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，是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W3C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组织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制定的用于处理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文档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XML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文档的编程接口，它提供了对文档的结构化表述，并定义了一种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方式使程序可以对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该结构进行访问，从而改变文档的结构、样式和内容。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BOM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浏览器对象模型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，是一套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编程接口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，用于对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进行操作，如刷新页面、弹出警告框、控制页面跳转等。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0029A49-ABC9-4470-AAF1-2BB0571F5871}"/>
              </a:ext>
            </a:extLst>
          </p:cNvPr>
          <p:cNvSpPr txBox="1"/>
          <p:nvPr/>
        </p:nvSpPr>
        <p:spPr>
          <a:xfrm>
            <a:off x="1054646" y="1053530"/>
            <a:ext cx="609777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组成部分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介绍如下。</a:t>
            </a:r>
            <a:endParaRPr lang="en-US" altLang="zh-CN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93238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5429568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了解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JavaScript</a:t>
            </a:r>
            <a:r>
              <a:rPr lang="zh-CN" altLang="en-US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特点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，能够说出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JavaScript</a:t>
            </a:r>
            <a:r>
              <a:rPr lang="zh-CN" altLang="en-US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</a:t>
            </a:r>
            <a:r>
              <a:rPr lang="en-US" altLang="zh-CN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3</a:t>
            </a:r>
            <a:r>
              <a:rPr lang="zh-CN" altLang="en-US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特点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43DA623A-F92E-4B1A-8E24-D4DF8F48A24D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1.1.4  JavaScript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的特点</a:t>
            </a:r>
          </a:p>
        </p:txBody>
      </p:sp>
    </p:spTree>
    <p:extLst>
      <p:ext uri="{BB962C8B-B14F-4D97-AF65-F5344CB8AC3E}">
        <p14:creationId xmlns:p14="http://schemas.microsoft.com/office/powerpoint/2010/main" val="1497857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1.1.4  JavaScript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的特点</a:t>
            </a:r>
          </a:p>
        </p:txBody>
      </p:sp>
      <p:cxnSp>
        <p:nvCxnSpPr>
          <p:cNvPr id="9" name="直接连接符 41">
            <a:extLst>
              <a:ext uri="{FF2B5EF4-FFF2-40B4-BE49-F238E27FC236}">
                <a16:creationId xmlns:a16="http://schemas.microsoft.com/office/drawing/2014/main" id="{DE4C275F-B93F-4930-B7BA-8CC37976732A}"/>
              </a:ext>
            </a:extLst>
          </p:cNvPr>
          <p:cNvCxnSpPr/>
          <p:nvPr/>
        </p:nvCxnSpPr>
        <p:spPr>
          <a:xfrm flipH="1">
            <a:off x="3237618" y="1873245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直接连接符 42">
            <a:extLst>
              <a:ext uri="{FF2B5EF4-FFF2-40B4-BE49-F238E27FC236}">
                <a16:creationId xmlns:a16="http://schemas.microsoft.com/office/drawing/2014/main" id="{4D1AC322-F0B2-4D8A-83C0-B52CB8B19228}"/>
              </a:ext>
            </a:extLst>
          </p:cNvPr>
          <p:cNvCxnSpPr/>
          <p:nvPr/>
        </p:nvCxnSpPr>
        <p:spPr>
          <a:xfrm flipH="1">
            <a:off x="3237618" y="3956040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直接连接符 43">
            <a:extLst>
              <a:ext uri="{FF2B5EF4-FFF2-40B4-BE49-F238E27FC236}">
                <a16:creationId xmlns:a16="http://schemas.microsoft.com/office/drawing/2014/main" id="{A8219936-8C06-42D0-A9C1-4B03AF68BF0C}"/>
              </a:ext>
            </a:extLst>
          </p:cNvPr>
          <p:cNvCxnSpPr>
            <a:cxnSpLocks/>
          </p:cNvCxnSpPr>
          <p:nvPr/>
        </p:nvCxnSpPr>
        <p:spPr>
          <a:xfrm flipH="1">
            <a:off x="3237618" y="5847909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直接连接符 44">
            <a:extLst>
              <a:ext uri="{FF2B5EF4-FFF2-40B4-BE49-F238E27FC236}">
                <a16:creationId xmlns:a16="http://schemas.microsoft.com/office/drawing/2014/main" id="{E340704D-72E0-4A1D-B9FA-FFB43AB07C68}"/>
              </a:ext>
            </a:extLst>
          </p:cNvPr>
          <p:cNvCxnSpPr>
            <a:cxnSpLocks/>
          </p:cNvCxnSpPr>
          <p:nvPr/>
        </p:nvCxnSpPr>
        <p:spPr>
          <a:xfrm>
            <a:off x="3237618" y="1873244"/>
            <a:ext cx="0" cy="3988068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74AA1ECC-F4BF-4045-94F7-76E2E25E0AB9}"/>
              </a:ext>
            </a:extLst>
          </p:cNvPr>
          <p:cNvSpPr/>
          <p:nvPr/>
        </p:nvSpPr>
        <p:spPr>
          <a:xfrm>
            <a:off x="4431151" y="1341562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483B0A56-6090-4E0F-930F-551F22DC75AF}"/>
              </a:ext>
            </a:extLst>
          </p:cNvPr>
          <p:cNvSpPr/>
          <p:nvPr/>
        </p:nvSpPr>
        <p:spPr>
          <a:xfrm>
            <a:off x="4431151" y="3402167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3E5A8BFB-BB2F-4D6A-AB16-2D2F2620886B}"/>
              </a:ext>
            </a:extLst>
          </p:cNvPr>
          <p:cNvSpPr/>
          <p:nvPr/>
        </p:nvSpPr>
        <p:spPr>
          <a:xfrm>
            <a:off x="4431151" y="5274375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6D9BEBE-C3D9-453B-A5F4-0C966FF1EECE}"/>
              </a:ext>
            </a:extLst>
          </p:cNvPr>
          <p:cNvSpPr/>
          <p:nvPr/>
        </p:nvSpPr>
        <p:spPr>
          <a:xfrm>
            <a:off x="4513764" y="3494141"/>
            <a:ext cx="923799" cy="9237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Freeform 176">
            <a:extLst>
              <a:ext uri="{FF2B5EF4-FFF2-40B4-BE49-F238E27FC236}">
                <a16:creationId xmlns:a16="http://schemas.microsoft.com/office/drawing/2014/main" id="{75AA4A54-8EAA-47E3-82F3-91B31E66D4D6}"/>
              </a:ext>
            </a:extLst>
          </p:cNvPr>
          <p:cNvSpPr>
            <a:spLocks noEditPoints="1"/>
          </p:cNvSpPr>
          <p:nvPr/>
        </p:nvSpPr>
        <p:spPr bwMode="auto">
          <a:xfrm>
            <a:off x="4708800" y="3709014"/>
            <a:ext cx="605367" cy="575733"/>
          </a:xfrm>
          <a:custGeom>
            <a:avLst/>
            <a:gdLst>
              <a:gd name="T0" fmla="*/ 93 w 121"/>
              <a:gd name="T1" fmla="*/ 56 h 115"/>
              <a:gd name="T2" fmla="*/ 90 w 121"/>
              <a:gd name="T3" fmla="*/ 60 h 115"/>
              <a:gd name="T4" fmla="*/ 86 w 121"/>
              <a:gd name="T5" fmla="*/ 40 h 115"/>
              <a:gd name="T6" fmla="*/ 82 w 121"/>
              <a:gd name="T7" fmla="*/ 82 h 115"/>
              <a:gd name="T8" fmla="*/ 75 w 121"/>
              <a:gd name="T9" fmla="*/ 89 h 115"/>
              <a:gd name="T10" fmla="*/ 69 w 121"/>
              <a:gd name="T11" fmla="*/ 44 h 115"/>
              <a:gd name="T12" fmla="*/ 59 w 121"/>
              <a:gd name="T13" fmla="*/ 28 h 115"/>
              <a:gd name="T14" fmla="*/ 82 w 121"/>
              <a:gd name="T15" fmla="*/ 13 h 115"/>
              <a:gd name="T16" fmla="*/ 59 w 121"/>
              <a:gd name="T17" fmla="*/ 10 h 115"/>
              <a:gd name="T18" fmla="*/ 116 w 121"/>
              <a:gd name="T19" fmla="*/ 0 h 115"/>
              <a:gd name="T20" fmla="*/ 113 w 121"/>
              <a:gd name="T21" fmla="*/ 21 h 115"/>
              <a:gd name="T22" fmla="*/ 121 w 121"/>
              <a:gd name="T23" fmla="*/ 23 h 115"/>
              <a:gd name="T24" fmla="*/ 121 w 121"/>
              <a:gd name="T25" fmla="*/ 28 h 115"/>
              <a:gd name="T26" fmla="*/ 110 w 121"/>
              <a:gd name="T27" fmla="*/ 39 h 115"/>
              <a:gd name="T28" fmla="*/ 93 w 121"/>
              <a:gd name="T29" fmla="*/ 42 h 115"/>
              <a:gd name="T30" fmla="*/ 5 w 121"/>
              <a:gd name="T31" fmla="*/ 40 h 115"/>
              <a:gd name="T32" fmla="*/ 56 w 121"/>
              <a:gd name="T33" fmla="*/ 37 h 115"/>
              <a:gd name="T34" fmla="*/ 5 w 121"/>
              <a:gd name="T35" fmla="*/ 40 h 115"/>
              <a:gd name="T36" fmla="*/ 7 w 121"/>
              <a:gd name="T37" fmla="*/ 49 h 115"/>
              <a:gd name="T38" fmla="*/ 29 w 121"/>
              <a:gd name="T39" fmla="*/ 64 h 115"/>
              <a:gd name="T40" fmla="*/ 52 w 121"/>
              <a:gd name="T41" fmla="*/ 108 h 115"/>
              <a:gd name="T42" fmla="*/ 58 w 121"/>
              <a:gd name="T43" fmla="*/ 46 h 115"/>
              <a:gd name="T44" fmla="*/ 42 w 121"/>
              <a:gd name="T45" fmla="*/ 98 h 115"/>
              <a:gd name="T46" fmla="*/ 44 w 121"/>
              <a:gd name="T47" fmla="*/ 107 h 115"/>
              <a:gd name="T48" fmla="*/ 42 w 121"/>
              <a:gd name="T49" fmla="*/ 98 h 115"/>
              <a:gd name="T50" fmla="*/ 51 w 121"/>
              <a:gd name="T51" fmla="*/ 11 h 115"/>
              <a:gd name="T52" fmla="*/ 39 w 121"/>
              <a:gd name="T53" fmla="*/ 7 h 115"/>
              <a:gd name="T54" fmla="*/ 36 w 121"/>
              <a:gd name="T55" fmla="*/ 8 h 115"/>
              <a:gd name="T56" fmla="*/ 16 w 121"/>
              <a:gd name="T57" fmla="*/ 25 h 115"/>
              <a:gd name="T58" fmla="*/ 12 w 121"/>
              <a:gd name="T59" fmla="*/ 12 h 115"/>
              <a:gd name="T60" fmla="*/ 12 w 121"/>
              <a:gd name="T61" fmla="*/ 26 h 115"/>
              <a:gd name="T62" fmla="*/ 7 w 121"/>
              <a:gd name="T63" fmla="*/ 13 h 115"/>
              <a:gd name="T64" fmla="*/ 4 w 121"/>
              <a:gd name="T65" fmla="*/ 36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1" h="115">
                <a:moveTo>
                  <a:pt x="93" y="42"/>
                </a:moveTo>
                <a:cubicBezTo>
                  <a:pt x="93" y="56"/>
                  <a:pt x="93" y="56"/>
                  <a:pt x="93" y="56"/>
                </a:cubicBezTo>
                <a:cubicBezTo>
                  <a:pt x="93" y="58"/>
                  <a:pt x="92" y="60"/>
                  <a:pt x="90" y="60"/>
                </a:cubicBezTo>
                <a:cubicBezTo>
                  <a:pt x="90" y="60"/>
                  <a:pt x="90" y="60"/>
                  <a:pt x="90" y="60"/>
                </a:cubicBezTo>
                <a:cubicBezTo>
                  <a:pt x="88" y="60"/>
                  <a:pt x="86" y="58"/>
                  <a:pt x="86" y="56"/>
                </a:cubicBezTo>
                <a:cubicBezTo>
                  <a:pt x="86" y="40"/>
                  <a:pt x="86" y="40"/>
                  <a:pt x="86" y="40"/>
                </a:cubicBezTo>
                <a:cubicBezTo>
                  <a:pt x="85" y="42"/>
                  <a:pt x="84" y="43"/>
                  <a:pt x="82" y="44"/>
                </a:cubicBezTo>
                <a:cubicBezTo>
                  <a:pt x="82" y="82"/>
                  <a:pt x="82" y="82"/>
                  <a:pt x="82" y="82"/>
                </a:cubicBezTo>
                <a:cubicBezTo>
                  <a:pt x="82" y="86"/>
                  <a:pt x="79" y="89"/>
                  <a:pt x="75" y="89"/>
                </a:cubicBezTo>
                <a:cubicBezTo>
                  <a:pt x="75" y="89"/>
                  <a:pt x="75" y="89"/>
                  <a:pt x="75" y="89"/>
                </a:cubicBezTo>
                <a:cubicBezTo>
                  <a:pt x="72" y="89"/>
                  <a:pt x="69" y="86"/>
                  <a:pt x="69" y="82"/>
                </a:cubicBezTo>
                <a:cubicBezTo>
                  <a:pt x="69" y="44"/>
                  <a:pt x="69" y="44"/>
                  <a:pt x="69" y="44"/>
                </a:cubicBezTo>
                <a:cubicBezTo>
                  <a:pt x="63" y="42"/>
                  <a:pt x="59" y="36"/>
                  <a:pt x="59" y="29"/>
                </a:cubicBezTo>
                <a:cubicBezTo>
                  <a:pt x="59" y="29"/>
                  <a:pt x="59" y="28"/>
                  <a:pt x="59" y="28"/>
                </a:cubicBezTo>
                <a:cubicBezTo>
                  <a:pt x="59" y="16"/>
                  <a:pt x="59" y="16"/>
                  <a:pt x="59" y="16"/>
                </a:cubicBezTo>
                <a:cubicBezTo>
                  <a:pt x="82" y="13"/>
                  <a:pt x="82" y="13"/>
                  <a:pt x="82" y="13"/>
                </a:cubicBezTo>
                <a:cubicBezTo>
                  <a:pt x="84" y="10"/>
                  <a:pt x="84" y="10"/>
                  <a:pt x="84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6"/>
                  <a:pt x="59" y="6"/>
                  <a:pt x="59" y="6"/>
                </a:cubicBezTo>
                <a:cubicBezTo>
                  <a:pt x="116" y="0"/>
                  <a:pt x="116" y="0"/>
                  <a:pt x="116" y="0"/>
                </a:cubicBezTo>
                <a:cubicBezTo>
                  <a:pt x="121" y="16"/>
                  <a:pt x="121" y="16"/>
                  <a:pt x="121" y="16"/>
                </a:cubicBezTo>
                <a:cubicBezTo>
                  <a:pt x="113" y="21"/>
                  <a:pt x="113" y="21"/>
                  <a:pt x="113" y="21"/>
                </a:cubicBezTo>
                <a:cubicBezTo>
                  <a:pt x="112" y="24"/>
                  <a:pt x="112" y="24"/>
                  <a:pt x="112" y="24"/>
                </a:cubicBezTo>
                <a:cubicBezTo>
                  <a:pt x="121" y="23"/>
                  <a:pt x="121" y="23"/>
                  <a:pt x="121" y="23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34"/>
                  <a:pt x="116" y="39"/>
                  <a:pt x="110" y="39"/>
                </a:cubicBezTo>
                <a:cubicBezTo>
                  <a:pt x="107" y="39"/>
                  <a:pt x="105" y="38"/>
                  <a:pt x="103" y="37"/>
                </a:cubicBezTo>
                <a:cubicBezTo>
                  <a:pt x="101" y="40"/>
                  <a:pt x="97" y="42"/>
                  <a:pt x="93" y="42"/>
                </a:cubicBezTo>
                <a:cubicBezTo>
                  <a:pt x="93" y="42"/>
                  <a:pt x="93" y="42"/>
                  <a:pt x="93" y="42"/>
                </a:cubicBezTo>
                <a:close/>
                <a:moveTo>
                  <a:pt x="5" y="40"/>
                </a:moveTo>
                <a:cubicBezTo>
                  <a:pt x="54" y="30"/>
                  <a:pt x="54" y="30"/>
                  <a:pt x="54" y="30"/>
                </a:cubicBezTo>
                <a:cubicBezTo>
                  <a:pt x="56" y="37"/>
                  <a:pt x="56" y="37"/>
                  <a:pt x="56" y="37"/>
                </a:cubicBezTo>
                <a:cubicBezTo>
                  <a:pt x="6" y="47"/>
                  <a:pt x="6" y="47"/>
                  <a:pt x="6" y="47"/>
                </a:cubicBezTo>
                <a:cubicBezTo>
                  <a:pt x="5" y="40"/>
                  <a:pt x="5" y="40"/>
                  <a:pt x="5" y="40"/>
                </a:cubicBezTo>
                <a:close/>
                <a:moveTo>
                  <a:pt x="56" y="40"/>
                </a:moveTo>
                <a:cubicBezTo>
                  <a:pt x="7" y="49"/>
                  <a:pt x="7" y="49"/>
                  <a:pt x="7" y="49"/>
                </a:cubicBezTo>
                <a:cubicBezTo>
                  <a:pt x="7" y="52"/>
                  <a:pt x="7" y="54"/>
                  <a:pt x="8" y="56"/>
                </a:cubicBezTo>
                <a:cubicBezTo>
                  <a:pt x="16" y="56"/>
                  <a:pt x="23" y="59"/>
                  <a:pt x="29" y="64"/>
                </a:cubicBezTo>
                <a:cubicBezTo>
                  <a:pt x="32" y="79"/>
                  <a:pt x="28" y="104"/>
                  <a:pt x="37" y="111"/>
                </a:cubicBezTo>
                <a:cubicBezTo>
                  <a:pt x="42" y="115"/>
                  <a:pt x="49" y="114"/>
                  <a:pt x="52" y="108"/>
                </a:cubicBezTo>
                <a:cubicBezTo>
                  <a:pt x="57" y="97"/>
                  <a:pt x="44" y="76"/>
                  <a:pt x="42" y="62"/>
                </a:cubicBezTo>
                <a:cubicBezTo>
                  <a:pt x="45" y="54"/>
                  <a:pt x="51" y="49"/>
                  <a:pt x="58" y="46"/>
                </a:cubicBezTo>
                <a:cubicBezTo>
                  <a:pt x="57" y="44"/>
                  <a:pt x="57" y="42"/>
                  <a:pt x="56" y="40"/>
                </a:cubicBezTo>
                <a:close/>
                <a:moveTo>
                  <a:pt x="42" y="98"/>
                </a:moveTo>
                <a:cubicBezTo>
                  <a:pt x="45" y="98"/>
                  <a:pt x="47" y="99"/>
                  <a:pt x="48" y="102"/>
                </a:cubicBezTo>
                <a:cubicBezTo>
                  <a:pt x="48" y="104"/>
                  <a:pt x="47" y="107"/>
                  <a:pt x="44" y="107"/>
                </a:cubicBezTo>
                <a:cubicBezTo>
                  <a:pt x="42" y="108"/>
                  <a:pt x="39" y="106"/>
                  <a:pt x="39" y="104"/>
                </a:cubicBezTo>
                <a:cubicBezTo>
                  <a:pt x="38" y="101"/>
                  <a:pt x="40" y="99"/>
                  <a:pt x="42" y="98"/>
                </a:cubicBezTo>
                <a:close/>
                <a:moveTo>
                  <a:pt x="54" y="26"/>
                </a:moveTo>
                <a:cubicBezTo>
                  <a:pt x="51" y="11"/>
                  <a:pt x="51" y="11"/>
                  <a:pt x="51" y="11"/>
                </a:cubicBezTo>
                <a:cubicBezTo>
                  <a:pt x="50" y="8"/>
                  <a:pt x="46" y="6"/>
                  <a:pt x="42" y="6"/>
                </a:cubicBezTo>
                <a:cubicBezTo>
                  <a:pt x="39" y="7"/>
                  <a:pt x="39" y="7"/>
                  <a:pt x="39" y="7"/>
                </a:cubicBezTo>
                <a:cubicBezTo>
                  <a:pt x="39" y="13"/>
                  <a:pt x="39" y="13"/>
                  <a:pt x="39" y="13"/>
                </a:cubicBezTo>
                <a:cubicBezTo>
                  <a:pt x="36" y="8"/>
                  <a:pt x="36" y="8"/>
                  <a:pt x="36" y="8"/>
                </a:cubicBezTo>
                <a:cubicBezTo>
                  <a:pt x="14" y="12"/>
                  <a:pt x="14" y="12"/>
                  <a:pt x="14" y="12"/>
                </a:cubicBezTo>
                <a:cubicBezTo>
                  <a:pt x="16" y="25"/>
                  <a:pt x="16" y="25"/>
                  <a:pt x="16" y="25"/>
                </a:cubicBezTo>
                <a:cubicBezTo>
                  <a:pt x="16" y="26"/>
                  <a:pt x="16" y="26"/>
                  <a:pt x="16" y="26"/>
                </a:cubicBezTo>
                <a:cubicBezTo>
                  <a:pt x="12" y="12"/>
                  <a:pt x="12" y="12"/>
                  <a:pt x="12" y="12"/>
                </a:cubicBezTo>
                <a:cubicBezTo>
                  <a:pt x="10" y="13"/>
                  <a:pt x="10" y="13"/>
                  <a:pt x="10" y="13"/>
                </a:cubicBezTo>
                <a:cubicBezTo>
                  <a:pt x="12" y="26"/>
                  <a:pt x="12" y="26"/>
                  <a:pt x="12" y="26"/>
                </a:cubicBezTo>
                <a:cubicBezTo>
                  <a:pt x="11" y="26"/>
                  <a:pt x="11" y="26"/>
                  <a:pt x="11" y="26"/>
                </a:cubicBezTo>
                <a:cubicBezTo>
                  <a:pt x="7" y="13"/>
                  <a:pt x="7" y="13"/>
                  <a:pt x="7" y="13"/>
                </a:cubicBezTo>
                <a:cubicBezTo>
                  <a:pt x="3" y="14"/>
                  <a:pt x="0" y="18"/>
                  <a:pt x="1" y="21"/>
                </a:cubicBezTo>
                <a:cubicBezTo>
                  <a:pt x="4" y="36"/>
                  <a:pt x="4" y="36"/>
                  <a:pt x="4" y="36"/>
                </a:cubicBezTo>
                <a:lnTo>
                  <a:pt x="54" y="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261A83F-4674-41A9-A44B-7FA356F9D9B4}"/>
              </a:ext>
            </a:extLst>
          </p:cNvPr>
          <p:cNvSpPr/>
          <p:nvPr/>
        </p:nvSpPr>
        <p:spPr>
          <a:xfrm>
            <a:off x="4523125" y="1433536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5E31249B-6A63-4283-975C-9A95CA6095BE}"/>
              </a:ext>
            </a:extLst>
          </p:cNvPr>
          <p:cNvSpPr/>
          <p:nvPr/>
        </p:nvSpPr>
        <p:spPr>
          <a:xfrm>
            <a:off x="4513763" y="5386010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Freeform 175">
            <a:extLst>
              <a:ext uri="{FF2B5EF4-FFF2-40B4-BE49-F238E27FC236}">
                <a16:creationId xmlns:a16="http://schemas.microsoft.com/office/drawing/2014/main" id="{32B68F9F-7DCB-432C-AA80-DF8C6D5CECC6}"/>
              </a:ext>
            </a:extLst>
          </p:cNvPr>
          <p:cNvSpPr>
            <a:spLocks noEditPoints="1"/>
          </p:cNvSpPr>
          <p:nvPr/>
        </p:nvSpPr>
        <p:spPr bwMode="auto">
          <a:xfrm>
            <a:off x="4738433" y="5512865"/>
            <a:ext cx="575733" cy="630767"/>
          </a:xfrm>
          <a:custGeom>
            <a:avLst/>
            <a:gdLst>
              <a:gd name="T0" fmla="*/ 165 w 272"/>
              <a:gd name="T1" fmla="*/ 0 h 298"/>
              <a:gd name="T2" fmla="*/ 246 w 272"/>
              <a:gd name="T3" fmla="*/ 47 h 298"/>
              <a:gd name="T4" fmla="*/ 153 w 272"/>
              <a:gd name="T5" fmla="*/ 201 h 298"/>
              <a:gd name="T6" fmla="*/ 108 w 272"/>
              <a:gd name="T7" fmla="*/ 229 h 298"/>
              <a:gd name="T8" fmla="*/ 66 w 272"/>
              <a:gd name="T9" fmla="*/ 232 h 298"/>
              <a:gd name="T10" fmla="*/ 71 w 272"/>
              <a:gd name="T11" fmla="*/ 153 h 298"/>
              <a:gd name="T12" fmla="*/ 165 w 272"/>
              <a:gd name="T13" fmla="*/ 0 h 298"/>
              <a:gd name="T14" fmla="*/ 165 w 272"/>
              <a:gd name="T15" fmla="*/ 0 h 298"/>
              <a:gd name="T16" fmla="*/ 243 w 272"/>
              <a:gd name="T17" fmla="*/ 293 h 298"/>
              <a:gd name="T18" fmla="*/ 248 w 272"/>
              <a:gd name="T19" fmla="*/ 262 h 298"/>
              <a:gd name="T20" fmla="*/ 158 w 272"/>
              <a:gd name="T21" fmla="*/ 260 h 298"/>
              <a:gd name="T22" fmla="*/ 272 w 272"/>
              <a:gd name="T23" fmla="*/ 253 h 298"/>
              <a:gd name="T24" fmla="*/ 272 w 272"/>
              <a:gd name="T25" fmla="*/ 241 h 298"/>
              <a:gd name="T26" fmla="*/ 239 w 272"/>
              <a:gd name="T27" fmla="*/ 239 h 298"/>
              <a:gd name="T28" fmla="*/ 269 w 272"/>
              <a:gd name="T29" fmla="*/ 234 h 298"/>
              <a:gd name="T30" fmla="*/ 257 w 272"/>
              <a:gd name="T31" fmla="*/ 210 h 298"/>
              <a:gd name="T32" fmla="*/ 175 w 272"/>
              <a:gd name="T33" fmla="*/ 201 h 298"/>
              <a:gd name="T34" fmla="*/ 172 w 272"/>
              <a:gd name="T35" fmla="*/ 224 h 298"/>
              <a:gd name="T36" fmla="*/ 208 w 272"/>
              <a:gd name="T37" fmla="*/ 232 h 298"/>
              <a:gd name="T38" fmla="*/ 0 w 272"/>
              <a:gd name="T39" fmla="*/ 243 h 298"/>
              <a:gd name="T40" fmla="*/ 2 w 272"/>
              <a:gd name="T41" fmla="*/ 265 h 298"/>
              <a:gd name="T42" fmla="*/ 137 w 272"/>
              <a:gd name="T43" fmla="*/ 279 h 298"/>
              <a:gd name="T44" fmla="*/ 85 w 272"/>
              <a:gd name="T45" fmla="*/ 281 h 298"/>
              <a:gd name="T46" fmla="*/ 87 w 272"/>
              <a:gd name="T47" fmla="*/ 298 h 298"/>
              <a:gd name="T48" fmla="*/ 243 w 272"/>
              <a:gd name="T49" fmla="*/ 293 h 298"/>
              <a:gd name="T50" fmla="*/ 243 w 272"/>
              <a:gd name="T51" fmla="*/ 293 h 298"/>
              <a:gd name="T52" fmla="*/ 106 w 272"/>
              <a:gd name="T53" fmla="*/ 213 h 298"/>
              <a:gd name="T54" fmla="*/ 137 w 272"/>
              <a:gd name="T55" fmla="*/ 191 h 298"/>
              <a:gd name="T56" fmla="*/ 87 w 272"/>
              <a:gd name="T57" fmla="*/ 163 h 298"/>
              <a:gd name="T58" fmla="*/ 85 w 272"/>
              <a:gd name="T59" fmla="*/ 198 h 298"/>
              <a:gd name="T60" fmla="*/ 106 w 272"/>
              <a:gd name="T61" fmla="*/ 213 h 298"/>
              <a:gd name="T62" fmla="*/ 106 w 272"/>
              <a:gd name="T63" fmla="*/ 213 h 298"/>
              <a:gd name="T64" fmla="*/ 217 w 272"/>
              <a:gd name="T65" fmla="*/ 47 h 298"/>
              <a:gd name="T66" fmla="*/ 142 w 272"/>
              <a:gd name="T67" fmla="*/ 172 h 298"/>
              <a:gd name="T68" fmla="*/ 151 w 272"/>
              <a:gd name="T69" fmla="*/ 177 h 298"/>
              <a:gd name="T70" fmla="*/ 224 w 272"/>
              <a:gd name="T71" fmla="*/ 52 h 298"/>
              <a:gd name="T72" fmla="*/ 217 w 272"/>
              <a:gd name="T73" fmla="*/ 47 h 298"/>
              <a:gd name="T74" fmla="*/ 217 w 272"/>
              <a:gd name="T75" fmla="*/ 47 h 298"/>
              <a:gd name="T76" fmla="*/ 170 w 272"/>
              <a:gd name="T77" fmla="*/ 19 h 298"/>
              <a:gd name="T78" fmla="*/ 97 w 272"/>
              <a:gd name="T79" fmla="*/ 144 h 298"/>
              <a:gd name="T80" fmla="*/ 111 w 272"/>
              <a:gd name="T81" fmla="*/ 153 h 298"/>
              <a:gd name="T82" fmla="*/ 186 w 272"/>
              <a:gd name="T83" fmla="*/ 28 h 298"/>
              <a:gd name="T84" fmla="*/ 170 w 272"/>
              <a:gd name="T85" fmla="*/ 1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72" h="298">
                <a:moveTo>
                  <a:pt x="165" y="0"/>
                </a:moveTo>
                <a:lnTo>
                  <a:pt x="246" y="47"/>
                </a:lnTo>
                <a:lnTo>
                  <a:pt x="153" y="201"/>
                </a:lnTo>
                <a:lnTo>
                  <a:pt x="108" y="229"/>
                </a:lnTo>
                <a:lnTo>
                  <a:pt x="66" y="232"/>
                </a:lnTo>
                <a:lnTo>
                  <a:pt x="71" y="153"/>
                </a:lnTo>
                <a:lnTo>
                  <a:pt x="165" y="0"/>
                </a:lnTo>
                <a:lnTo>
                  <a:pt x="165" y="0"/>
                </a:lnTo>
                <a:close/>
                <a:moveTo>
                  <a:pt x="243" y="293"/>
                </a:moveTo>
                <a:lnTo>
                  <a:pt x="248" y="262"/>
                </a:lnTo>
                <a:lnTo>
                  <a:pt x="158" y="260"/>
                </a:lnTo>
                <a:lnTo>
                  <a:pt x="272" y="253"/>
                </a:lnTo>
                <a:lnTo>
                  <a:pt x="272" y="241"/>
                </a:lnTo>
                <a:lnTo>
                  <a:pt x="239" y="239"/>
                </a:lnTo>
                <a:lnTo>
                  <a:pt x="269" y="234"/>
                </a:lnTo>
                <a:lnTo>
                  <a:pt x="257" y="210"/>
                </a:lnTo>
                <a:lnTo>
                  <a:pt x="175" y="201"/>
                </a:lnTo>
                <a:lnTo>
                  <a:pt x="172" y="224"/>
                </a:lnTo>
                <a:lnTo>
                  <a:pt x="208" y="232"/>
                </a:lnTo>
                <a:lnTo>
                  <a:pt x="0" y="243"/>
                </a:lnTo>
                <a:lnTo>
                  <a:pt x="2" y="265"/>
                </a:lnTo>
                <a:lnTo>
                  <a:pt x="137" y="279"/>
                </a:lnTo>
                <a:lnTo>
                  <a:pt x="85" y="281"/>
                </a:lnTo>
                <a:lnTo>
                  <a:pt x="87" y="298"/>
                </a:lnTo>
                <a:lnTo>
                  <a:pt x="243" y="293"/>
                </a:lnTo>
                <a:lnTo>
                  <a:pt x="243" y="293"/>
                </a:lnTo>
                <a:close/>
                <a:moveTo>
                  <a:pt x="106" y="213"/>
                </a:moveTo>
                <a:lnTo>
                  <a:pt x="137" y="191"/>
                </a:lnTo>
                <a:lnTo>
                  <a:pt x="87" y="163"/>
                </a:lnTo>
                <a:lnTo>
                  <a:pt x="85" y="198"/>
                </a:lnTo>
                <a:lnTo>
                  <a:pt x="106" y="213"/>
                </a:lnTo>
                <a:lnTo>
                  <a:pt x="106" y="213"/>
                </a:lnTo>
                <a:close/>
                <a:moveTo>
                  <a:pt x="217" y="47"/>
                </a:moveTo>
                <a:lnTo>
                  <a:pt x="142" y="172"/>
                </a:lnTo>
                <a:lnTo>
                  <a:pt x="151" y="177"/>
                </a:lnTo>
                <a:lnTo>
                  <a:pt x="224" y="52"/>
                </a:lnTo>
                <a:lnTo>
                  <a:pt x="217" y="47"/>
                </a:lnTo>
                <a:lnTo>
                  <a:pt x="217" y="47"/>
                </a:lnTo>
                <a:close/>
                <a:moveTo>
                  <a:pt x="170" y="19"/>
                </a:moveTo>
                <a:lnTo>
                  <a:pt x="97" y="144"/>
                </a:lnTo>
                <a:lnTo>
                  <a:pt x="111" y="153"/>
                </a:lnTo>
                <a:lnTo>
                  <a:pt x="186" y="28"/>
                </a:lnTo>
                <a:lnTo>
                  <a:pt x="170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Freeform 168">
            <a:extLst>
              <a:ext uri="{FF2B5EF4-FFF2-40B4-BE49-F238E27FC236}">
                <a16:creationId xmlns:a16="http://schemas.microsoft.com/office/drawing/2014/main" id="{35E2232E-FFFA-4EC2-BFC7-5DBA2D38C2AA}"/>
              </a:ext>
            </a:extLst>
          </p:cNvPr>
          <p:cNvSpPr>
            <a:spLocks noEditPoints="1"/>
          </p:cNvSpPr>
          <p:nvPr/>
        </p:nvSpPr>
        <p:spPr bwMode="auto">
          <a:xfrm>
            <a:off x="4708799" y="1565269"/>
            <a:ext cx="552451" cy="615951"/>
          </a:xfrm>
          <a:custGeom>
            <a:avLst/>
            <a:gdLst>
              <a:gd name="T0" fmla="*/ 55 w 110"/>
              <a:gd name="T1" fmla="*/ 41 h 123"/>
              <a:gd name="T2" fmla="*/ 75 w 110"/>
              <a:gd name="T3" fmla="*/ 31 h 123"/>
              <a:gd name="T4" fmla="*/ 99 w 110"/>
              <a:gd name="T5" fmla="*/ 86 h 123"/>
              <a:gd name="T6" fmla="*/ 97 w 110"/>
              <a:gd name="T7" fmla="*/ 88 h 123"/>
              <a:gd name="T8" fmla="*/ 101 w 110"/>
              <a:gd name="T9" fmla="*/ 96 h 123"/>
              <a:gd name="T10" fmla="*/ 94 w 110"/>
              <a:gd name="T11" fmla="*/ 99 h 123"/>
              <a:gd name="T12" fmla="*/ 90 w 110"/>
              <a:gd name="T13" fmla="*/ 91 h 123"/>
              <a:gd name="T14" fmla="*/ 87 w 110"/>
              <a:gd name="T15" fmla="*/ 93 h 123"/>
              <a:gd name="T16" fmla="*/ 55 w 110"/>
              <a:gd name="T17" fmla="*/ 41 h 123"/>
              <a:gd name="T18" fmla="*/ 0 w 110"/>
              <a:gd name="T19" fmla="*/ 108 h 123"/>
              <a:gd name="T20" fmla="*/ 3 w 110"/>
              <a:gd name="T21" fmla="*/ 115 h 123"/>
              <a:gd name="T22" fmla="*/ 31 w 110"/>
              <a:gd name="T23" fmla="*/ 105 h 123"/>
              <a:gd name="T24" fmla="*/ 30 w 110"/>
              <a:gd name="T25" fmla="*/ 121 h 123"/>
              <a:gd name="T26" fmla="*/ 110 w 110"/>
              <a:gd name="T27" fmla="*/ 105 h 123"/>
              <a:gd name="T28" fmla="*/ 108 w 110"/>
              <a:gd name="T29" fmla="*/ 98 h 123"/>
              <a:gd name="T30" fmla="*/ 36 w 110"/>
              <a:gd name="T31" fmla="*/ 113 h 123"/>
              <a:gd name="T32" fmla="*/ 55 w 110"/>
              <a:gd name="T33" fmla="*/ 96 h 123"/>
              <a:gd name="T34" fmla="*/ 52 w 110"/>
              <a:gd name="T35" fmla="*/ 89 h 123"/>
              <a:gd name="T36" fmla="*/ 0 w 110"/>
              <a:gd name="T37" fmla="*/ 108 h 123"/>
              <a:gd name="T38" fmla="*/ 60 w 110"/>
              <a:gd name="T39" fmla="*/ 9 h 123"/>
              <a:gd name="T40" fmla="*/ 53 w 110"/>
              <a:gd name="T41" fmla="*/ 36 h 123"/>
              <a:gd name="T42" fmla="*/ 72 w 110"/>
              <a:gd name="T43" fmla="*/ 26 h 123"/>
              <a:gd name="T44" fmla="*/ 66 w 110"/>
              <a:gd name="T45" fmla="*/ 15 h 123"/>
              <a:gd name="T46" fmla="*/ 71 w 110"/>
              <a:gd name="T47" fmla="*/ 12 h 123"/>
              <a:gd name="T48" fmla="*/ 86 w 110"/>
              <a:gd name="T49" fmla="*/ 51 h 123"/>
              <a:gd name="T50" fmla="*/ 93 w 110"/>
              <a:gd name="T51" fmla="*/ 48 h 123"/>
              <a:gd name="T52" fmla="*/ 77 w 110"/>
              <a:gd name="T53" fmla="*/ 5 h 123"/>
              <a:gd name="T54" fmla="*/ 75 w 110"/>
              <a:gd name="T55" fmla="*/ 2 h 123"/>
              <a:gd name="T56" fmla="*/ 72 w 110"/>
              <a:gd name="T57" fmla="*/ 3 h 123"/>
              <a:gd name="T58" fmla="*/ 60 w 110"/>
              <a:gd name="T59" fmla="*/ 9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0" h="123">
                <a:moveTo>
                  <a:pt x="55" y="41"/>
                </a:moveTo>
                <a:cubicBezTo>
                  <a:pt x="75" y="31"/>
                  <a:pt x="75" y="31"/>
                  <a:pt x="75" y="31"/>
                </a:cubicBezTo>
                <a:cubicBezTo>
                  <a:pt x="99" y="86"/>
                  <a:pt x="99" y="86"/>
                  <a:pt x="99" y="86"/>
                </a:cubicBezTo>
                <a:cubicBezTo>
                  <a:pt x="97" y="88"/>
                  <a:pt x="97" y="88"/>
                  <a:pt x="97" y="88"/>
                </a:cubicBezTo>
                <a:cubicBezTo>
                  <a:pt x="101" y="96"/>
                  <a:pt x="101" y="96"/>
                  <a:pt x="101" y="96"/>
                </a:cubicBezTo>
                <a:cubicBezTo>
                  <a:pt x="94" y="99"/>
                  <a:pt x="94" y="99"/>
                  <a:pt x="94" y="99"/>
                </a:cubicBezTo>
                <a:cubicBezTo>
                  <a:pt x="90" y="91"/>
                  <a:pt x="90" y="91"/>
                  <a:pt x="90" y="91"/>
                </a:cubicBezTo>
                <a:cubicBezTo>
                  <a:pt x="87" y="93"/>
                  <a:pt x="87" y="93"/>
                  <a:pt x="87" y="93"/>
                </a:cubicBezTo>
                <a:cubicBezTo>
                  <a:pt x="55" y="41"/>
                  <a:pt x="55" y="41"/>
                  <a:pt x="55" y="41"/>
                </a:cubicBezTo>
                <a:close/>
                <a:moveTo>
                  <a:pt x="0" y="108"/>
                </a:moveTo>
                <a:cubicBezTo>
                  <a:pt x="3" y="115"/>
                  <a:pt x="3" y="115"/>
                  <a:pt x="3" y="115"/>
                </a:cubicBezTo>
                <a:cubicBezTo>
                  <a:pt x="31" y="105"/>
                  <a:pt x="31" y="105"/>
                  <a:pt x="31" y="105"/>
                </a:cubicBezTo>
                <a:cubicBezTo>
                  <a:pt x="23" y="112"/>
                  <a:pt x="19" y="119"/>
                  <a:pt x="30" y="121"/>
                </a:cubicBezTo>
                <a:cubicBezTo>
                  <a:pt x="44" y="123"/>
                  <a:pt x="110" y="105"/>
                  <a:pt x="110" y="105"/>
                </a:cubicBezTo>
                <a:cubicBezTo>
                  <a:pt x="108" y="98"/>
                  <a:pt x="108" y="98"/>
                  <a:pt x="108" y="98"/>
                </a:cubicBezTo>
                <a:cubicBezTo>
                  <a:pt x="108" y="98"/>
                  <a:pt x="49" y="115"/>
                  <a:pt x="36" y="113"/>
                </a:cubicBezTo>
                <a:cubicBezTo>
                  <a:pt x="33" y="112"/>
                  <a:pt x="55" y="96"/>
                  <a:pt x="55" y="96"/>
                </a:cubicBezTo>
                <a:cubicBezTo>
                  <a:pt x="52" y="89"/>
                  <a:pt x="52" y="89"/>
                  <a:pt x="52" y="89"/>
                </a:cubicBezTo>
                <a:cubicBezTo>
                  <a:pt x="0" y="108"/>
                  <a:pt x="0" y="108"/>
                  <a:pt x="0" y="108"/>
                </a:cubicBezTo>
                <a:close/>
                <a:moveTo>
                  <a:pt x="60" y="9"/>
                </a:moveTo>
                <a:cubicBezTo>
                  <a:pt x="48" y="0"/>
                  <a:pt x="40" y="12"/>
                  <a:pt x="53" y="36"/>
                </a:cubicBezTo>
                <a:cubicBezTo>
                  <a:pt x="72" y="26"/>
                  <a:pt x="72" y="26"/>
                  <a:pt x="72" y="26"/>
                </a:cubicBezTo>
                <a:cubicBezTo>
                  <a:pt x="70" y="21"/>
                  <a:pt x="68" y="18"/>
                  <a:pt x="66" y="15"/>
                </a:cubicBezTo>
                <a:cubicBezTo>
                  <a:pt x="71" y="12"/>
                  <a:pt x="71" y="12"/>
                  <a:pt x="71" y="12"/>
                </a:cubicBezTo>
                <a:cubicBezTo>
                  <a:pt x="86" y="51"/>
                  <a:pt x="86" y="51"/>
                  <a:pt x="86" y="51"/>
                </a:cubicBezTo>
                <a:cubicBezTo>
                  <a:pt x="93" y="48"/>
                  <a:pt x="93" y="48"/>
                  <a:pt x="93" y="48"/>
                </a:cubicBezTo>
                <a:cubicBezTo>
                  <a:pt x="77" y="5"/>
                  <a:pt x="77" y="5"/>
                  <a:pt x="77" y="5"/>
                </a:cubicBezTo>
                <a:cubicBezTo>
                  <a:pt x="75" y="2"/>
                  <a:pt x="75" y="2"/>
                  <a:pt x="75" y="2"/>
                </a:cubicBezTo>
                <a:cubicBezTo>
                  <a:pt x="72" y="3"/>
                  <a:pt x="72" y="3"/>
                  <a:pt x="72" y="3"/>
                </a:cubicBezTo>
                <a:lnTo>
                  <a:pt x="60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TextBox 33">
            <a:extLst>
              <a:ext uri="{FF2B5EF4-FFF2-40B4-BE49-F238E27FC236}">
                <a16:creationId xmlns:a16="http://schemas.microsoft.com/office/drawing/2014/main" id="{FCC0E05A-B58C-44A1-AA85-913D29F5A0D2}"/>
              </a:ext>
            </a:extLst>
          </p:cNvPr>
          <p:cNvSpPr txBox="1"/>
          <p:nvPr/>
        </p:nvSpPr>
        <p:spPr>
          <a:xfrm>
            <a:off x="5838942" y="1856288"/>
            <a:ext cx="5751603" cy="11818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</a:t>
            </a:r>
            <a:r>
              <a:rPr lang="zh-CN" altLang="en-US" sz="16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一门</a:t>
            </a:r>
            <a:r>
              <a:rPr lang="zh-CN" altLang="en-US" sz="16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脚本</a:t>
            </a:r>
            <a:r>
              <a:rPr lang="zh-CN" altLang="en-US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语言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Script Language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），语法规则比较</a:t>
            </a:r>
            <a:r>
              <a:rPr lang="zh-CN" altLang="en-US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松散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，使开发人员能够快速完成程序的编写工作。这里所说的脚本语言是编程语言的一种类型，常见的脚本语言有</a:t>
            </a:r>
            <a:r>
              <a:rPr lang="en-US" altLang="zh-CN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TypeScript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PHP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Python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等。</a:t>
            </a:r>
          </a:p>
        </p:txBody>
      </p:sp>
      <p:sp>
        <p:nvSpPr>
          <p:cNvPr id="24" name="文本框 9">
            <a:extLst>
              <a:ext uri="{FF2B5EF4-FFF2-40B4-BE49-F238E27FC236}">
                <a16:creationId xmlns:a16="http://schemas.microsoft.com/office/drawing/2014/main" id="{0FBBD6DF-B4B7-4315-85CA-8A6696D3AF2F}"/>
              </a:ext>
            </a:extLst>
          </p:cNvPr>
          <p:cNvSpPr txBox="1"/>
          <p:nvPr/>
        </p:nvSpPr>
        <p:spPr>
          <a:xfrm>
            <a:off x="5850392" y="1433536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简单易用</a:t>
            </a:r>
          </a:p>
        </p:txBody>
      </p:sp>
      <p:sp>
        <p:nvSpPr>
          <p:cNvPr id="25" name="TextBox 33">
            <a:extLst>
              <a:ext uri="{FF2B5EF4-FFF2-40B4-BE49-F238E27FC236}">
                <a16:creationId xmlns:a16="http://schemas.microsoft.com/office/drawing/2014/main" id="{D216694D-C708-447B-955E-76496225E3AA}"/>
              </a:ext>
            </a:extLst>
          </p:cNvPr>
          <p:cNvSpPr txBox="1"/>
          <p:nvPr/>
        </p:nvSpPr>
        <p:spPr>
          <a:xfrm>
            <a:off x="5850392" y="4005858"/>
            <a:ext cx="5751602" cy="2704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0" algn="just">
              <a:lnSpc>
                <a:spcPct val="120000"/>
              </a:lnSpc>
            </a:pPr>
            <a:r>
              <a: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JavaScript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语言</a:t>
            </a:r>
            <a:r>
              <a:rPr lang="zh-CN" altLang="en-US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不依赖操作系统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，仅需要</a:t>
            </a:r>
            <a:r>
              <a:rPr lang="zh-CN" altLang="en-US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浏览器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的支持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。</a:t>
            </a:r>
          </a:p>
        </p:txBody>
      </p:sp>
      <p:sp>
        <p:nvSpPr>
          <p:cNvPr id="26" name="文本框 9">
            <a:extLst>
              <a:ext uri="{FF2B5EF4-FFF2-40B4-BE49-F238E27FC236}">
                <a16:creationId xmlns:a16="http://schemas.microsoft.com/office/drawing/2014/main" id="{0F1297D4-41B0-4565-8FC4-6A1C4235D2AC}"/>
              </a:ext>
            </a:extLst>
          </p:cNvPr>
          <p:cNvSpPr txBox="1"/>
          <p:nvPr/>
        </p:nvSpPr>
        <p:spPr>
          <a:xfrm>
            <a:off x="5861841" y="3573810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可以跨平台</a:t>
            </a:r>
          </a:p>
        </p:txBody>
      </p:sp>
      <p:sp>
        <p:nvSpPr>
          <p:cNvPr id="27" name="TextBox 33">
            <a:extLst>
              <a:ext uri="{FF2B5EF4-FFF2-40B4-BE49-F238E27FC236}">
                <a16:creationId xmlns:a16="http://schemas.microsoft.com/office/drawing/2014/main" id="{FF81F970-4E45-4E54-91D8-A07D212E8600}"/>
              </a:ext>
            </a:extLst>
          </p:cNvPr>
          <p:cNvSpPr txBox="1"/>
          <p:nvPr/>
        </p:nvSpPr>
        <p:spPr>
          <a:xfrm>
            <a:off x="5861841" y="5672245"/>
            <a:ext cx="5751602" cy="5658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0" algn="just">
              <a:lnSpc>
                <a:spcPct val="120000"/>
              </a:lnSpc>
            </a:pPr>
            <a:r>
              <a:rPr lang="zh-CN" altLang="en-US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面向对象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是软件开发中的一种重要的</a:t>
            </a:r>
            <a:r>
              <a:rPr lang="zh-CN" altLang="en-US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编程思想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，</a:t>
            </a:r>
            <a:r>
              <a:rPr lang="en-US" altLang="zh-CN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JavaScript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能够</a:t>
            </a:r>
            <a:r>
              <a:rPr lang="zh-CN" altLang="en-US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通过面向对象思想进行编程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。</a:t>
            </a:r>
          </a:p>
        </p:txBody>
      </p:sp>
      <p:sp>
        <p:nvSpPr>
          <p:cNvPr id="28" name="文本框 9">
            <a:extLst>
              <a:ext uri="{FF2B5EF4-FFF2-40B4-BE49-F238E27FC236}">
                <a16:creationId xmlns:a16="http://schemas.microsoft.com/office/drawing/2014/main" id="{58D2215B-5993-4D70-954B-ABC6840E98B1}"/>
              </a:ext>
            </a:extLst>
          </p:cNvPr>
          <p:cNvSpPr txBox="1"/>
          <p:nvPr/>
        </p:nvSpPr>
        <p:spPr>
          <a:xfrm>
            <a:off x="5873290" y="5249493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支持面向对象</a:t>
            </a:r>
          </a:p>
        </p:txBody>
      </p:sp>
      <p:sp>
        <p:nvSpPr>
          <p:cNvPr id="29" name="文本框 9">
            <a:extLst>
              <a:ext uri="{FF2B5EF4-FFF2-40B4-BE49-F238E27FC236}">
                <a16:creationId xmlns:a16="http://schemas.microsoft.com/office/drawing/2014/main" id="{690CC21A-C704-4F09-90C1-EB6692C20ED3}"/>
              </a:ext>
            </a:extLst>
          </p:cNvPr>
          <p:cNvSpPr txBox="1"/>
          <p:nvPr/>
        </p:nvSpPr>
        <p:spPr>
          <a:xfrm>
            <a:off x="887898" y="3749635"/>
            <a:ext cx="3119076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en-US" altLang="zh-CN" sz="2000" b="1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JavaScript</a:t>
            </a:r>
            <a:r>
              <a:rPr lang="zh-CN" altLang="en-US" sz="2000" b="1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的特点</a:t>
            </a:r>
          </a:p>
        </p:txBody>
      </p:sp>
    </p:spTree>
    <p:extLst>
      <p:ext uri="{BB962C8B-B14F-4D97-AF65-F5344CB8AC3E}">
        <p14:creationId xmlns:p14="http://schemas.microsoft.com/office/powerpoint/2010/main" val="22911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开发工具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</a:t>
            </a:r>
          </a:p>
        </p:txBody>
      </p:sp>
    </p:spTree>
    <p:extLst>
      <p:ext uri="{BB962C8B-B14F-4D97-AF65-F5344CB8AC3E}">
        <p14:creationId xmlns:p14="http://schemas.microsoft.com/office/powerpoint/2010/main" val="1268011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开发工具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67AA36E-D406-4B74-A284-23A26ACB7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0A5DAA6-B144-457A-B426-30F3CF409038}"/>
              </a:ext>
            </a:extLst>
          </p:cNvPr>
          <p:cNvSpPr/>
          <p:nvPr/>
        </p:nvSpPr>
        <p:spPr>
          <a:xfrm>
            <a:off x="5041388" y="1989634"/>
            <a:ext cx="6094378" cy="36004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876A14E-1F5B-4AA2-94D3-0291EE8914EA}"/>
              </a:ext>
            </a:extLst>
          </p:cNvPr>
          <p:cNvSpPr txBox="1"/>
          <p:nvPr/>
        </p:nvSpPr>
        <p:spPr>
          <a:xfrm>
            <a:off x="5545444" y="2641913"/>
            <a:ext cx="6094378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学习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开发需要准备以下工具。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：用于执行、调试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105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代码编辑器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：用于编写代码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8783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熟悉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浏览器</a:t>
            </a:r>
            <a:r>
              <a:rPr lang="zh-CN" altLang="en-US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能够说出浏览器的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组成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以及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作用</a:t>
            </a:r>
            <a:endParaRPr lang="zh-CN" altLang="en-US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A145F4A-8721-4E15-AFAD-2E0AEC6A6A90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浏览器</a:t>
            </a:r>
          </a:p>
        </p:txBody>
      </p:sp>
    </p:spTree>
    <p:extLst>
      <p:ext uri="{BB962C8B-B14F-4D97-AF65-F5344CB8AC3E}">
        <p14:creationId xmlns:p14="http://schemas.microsoft.com/office/powerpoint/2010/main" val="3048186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7">
            <a:extLst>
              <a:ext uri="{FF2B5EF4-FFF2-40B4-BE49-F238E27FC236}">
                <a16:creationId xmlns:a16="http://schemas.microsoft.com/office/drawing/2014/main" id="{C5703AF1-C527-49A8-A529-65AA24A22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6814" y="2025933"/>
            <a:ext cx="1384300" cy="1221316"/>
          </a:xfrm>
          <a:custGeom>
            <a:avLst/>
            <a:gdLst>
              <a:gd name="T0" fmla="*/ 2684 w 2684"/>
              <a:gd name="T1" fmla="*/ 2365 h 2365"/>
              <a:gd name="T2" fmla="*/ 1342 w 2684"/>
              <a:gd name="T3" fmla="*/ 0 h 2365"/>
              <a:gd name="T4" fmla="*/ 0 w 2684"/>
              <a:gd name="T5" fmla="*/ 2365 h 2365"/>
              <a:gd name="T6" fmla="*/ 2684 w 2684"/>
              <a:gd name="T7" fmla="*/ 2365 h 2365"/>
              <a:gd name="T8" fmla="*/ 0 60000 65536"/>
              <a:gd name="T9" fmla="*/ 0 60000 65536"/>
              <a:gd name="T10" fmla="*/ 0 60000 65536"/>
              <a:gd name="T11" fmla="*/ 0 60000 65536"/>
              <a:gd name="T12" fmla="*/ 0 w 2684"/>
              <a:gd name="T13" fmla="*/ 0 h 2365"/>
              <a:gd name="T14" fmla="*/ 2684 w 2684"/>
              <a:gd name="T15" fmla="*/ 2365 h 236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84" h="2365">
                <a:moveTo>
                  <a:pt x="2684" y="2365"/>
                </a:moveTo>
                <a:lnTo>
                  <a:pt x="1342" y="0"/>
                </a:lnTo>
                <a:lnTo>
                  <a:pt x="0" y="2365"/>
                </a:lnTo>
                <a:lnTo>
                  <a:pt x="2684" y="2365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zh-CN" altLang="zh-CN" sz="24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47F08D94-CFA0-4FFC-AE61-972B6BC87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5213" y="3247248"/>
            <a:ext cx="1371600" cy="1320800"/>
          </a:xfrm>
          <a:custGeom>
            <a:avLst/>
            <a:gdLst>
              <a:gd name="T0" fmla="*/ 2664 w 2664"/>
              <a:gd name="T1" fmla="*/ 0 h 2553"/>
              <a:gd name="T2" fmla="*/ 0 w 2664"/>
              <a:gd name="T3" fmla="*/ 546 h 2553"/>
              <a:gd name="T4" fmla="*/ 1835 w 2664"/>
              <a:gd name="T5" fmla="*/ 2553 h 2553"/>
              <a:gd name="T6" fmla="*/ 2664 w 2664"/>
              <a:gd name="T7" fmla="*/ 0 h 2553"/>
              <a:gd name="T8" fmla="*/ 0 60000 65536"/>
              <a:gd name="T9" fmla="*/ 0 60000 65536"/>
              <a:gd name="T10" fmla="*/ 0 60000 65536"/>
              <a:gd name="T11" fmla="*/ 0 60000 65536"/>
              <a:gd name="T12" fmla="*/ 0 w 2664"/>
              <a:gd name="T13" fmla="*/ 0 h 2553"/>
              <a:gd name="T14" fmla="*/ 2664 w 2664"/>
              <a:gd name="T15" fmla="*/ 2553 h 25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64" h="2553">
                <a:moveTo>
                  <a:pt x="2664" y="0"/>
                </a:moveTo>
                <a:lnTo>
                  <a:pt x="0" y="546"/>
                </a:lnTo>
                <a:lnTo>
                  <a:pt x="1835" y="2553"/>
                </a:lnTo>
                <a:lnTo>
                  <a:pt x="2664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zh-CN" altLang="zh-CN" sz="24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23A93E7A-5CAF-4118-A46C-0974DD2C0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2614" y="4568049"/>
            <a:ext cx="1274233" cy="1392767"/>
          </a:xfrm>
          <a:custGeom>
            <a:avLst/>
            <a:gdLst>
              <a:gd name="T0" fmla="*/ 305 w 2476"/>
              <a:gd name="T1" fmla="*/ 0 h 2702"/>
              <a:gd name="T2" fmla="*/ 0 w 2476"/>
              <a:gd name="T3" fmla="*/ 2702 h 2702"/>
              <a:gd name="T4" fmla="*/ 2476 w 2476"/>
              <a:gd name="T5" fmla="*/ 1578 h 2702"/>
              <a:gd name="T6" fmla="*/ 305 w 2476"/>
              <a:gd name="T7" fmla="*/ 0 h 2702"/>
              <a:gd name="T8" fmla="*/ 0 60000 65536"/>
              <a:gd name="T9" fmla="*/ 0 60000 65536"/>
              <a:gd name="T10" fmla="*/ 0 60000 65536"/>
              <a:gd name="T11" fmla="*/ 0 60000 65536"/>
              <a:gd name="T12" fmla="*/ 0 w 2476"/>
              <a:gd name="T13" fmla="*/ 0 h 2702"/>
              <a:gd name="T14" fmla="*/ 2476 w 2476"/>
              <a:gd name="T15" fmla="*/ 2702 h 27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76" h="2702">
                <a:moveTo>
                  <a:pt x="305" y="0"/>
                </a:moveTo>
                <a:lnTo>
                  <a:pt x="0" y="2702"/>
                </a:lnTo>
                <a:lnTo>
                  <a:pt x="2476" y="1578"/>
                </a:lnTo>
                <a:lnTo>
                  <a:pt x="305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zh-CN" altLang="zh-CN" sz="24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23D400B2-799B-4D66-8AD1-D0B701324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6847" y="4568049"/>
            <a:ext cx="1278467" cy="1392767"/>
          </a:xfrm>
          <a:custGeom>
            <a:avLst/>
            <a:gdLst>
              <a:gd name="T0" fmla="*/ 0 w 2476"/>
              <a:gd name="T1" fmla="*/ 1578 h 2702"/>
              <a:gd name="T2" fmla="*/ 2476 w 2476"/>
              <a:gd name="T3" fmla="*/ 2702 h 2702"/>
              <a:gd name="T4" fmla="*/ 2172 w 2476"/>
              <a:gd name="T5" fmla="*/ 0 h 2702"/>
              <a:gd name="T6" fmla="*/ 0 w 2476"/>
              <a:gd name="T7" fmla="*/ 1578 h 2702"/>
              <a:gd name="T8" fmla="*/ 0 60000 65536"/>
              <a:gd name="T9" fmla="*/ 0 60000 65536"/>
              <a:gd name="T10" fmla="*/ 0 60000 65536"/>
              <a:gd name="T11" fmla="*/ 0 60000 65536"/>
              <a:gd name="T12" fmla="*/ 0 w 2476"/>
              <a:gd name="T13" fmla="*/ 0 h 2702"/>
              <a:gd name="T14" fmla="*/ 2476 w 2476"/>
              <a:gd name="T15" fmla="*/ 2702 h 27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76" h="2702">
                <a:moveTo>
                  <a:pt x="0" y="1578"/>
                </a:moveTo>
                <a:lnTo>
                  <a:pt x="2476" y="2702"/>
                </a:lnTo>
                <a:lnTo>
                  <a:pt x="2172" y="0"/>
                </a:lnTo>
                <a:lnTo>
                  <a:pt x="0" y="1578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zh-CN" altLang="zh-CN" sz="24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5C44872B-FBF4-4759-90F9-E96009EA2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1113" y="3247248"/>
            <a:ext cx="1371600" cy="1320800"/>
          </a:xfrm>
          <a:custGeom>
            <a:avLst/>
            <a:gdLst>
              <a:gd name="T0" fmla="*/ 830 w 2664"/>
              <a:gd name="T1" fmla="*/ 2553 h 2553"/>
              <a:gd name="T2" fmla="*/ 2664 w 2664"/>
              <a:gd name="T3" fmla="*/ 546 h 2553"/>
              <a:gd name="T4" fmla="*/ 0 w 2664"/>
              <a:gd name="T5" fmla="*/ 0 h 2553"/>
              <a:gd name="T6" fmla="*/ 830 w 2664"/>
              <a:gd name="T7" fmla="*/ 2553 h 2553"/>
              <a:gd name="T8" fmla="*/ 0 60000 65536"/>
              <a:gd name="T9" fmla="*/ 0 60000 65536"/>
              <a:gd name="T10" fmla="*/ 0 60000 65536"/>
              <a:gd name="T11" fmla="*/ 0 60000 65536"/>
              <a:gd name="T12" fmla="*/ 0 w 2664"/>
              <a:gd name="T13" fmla="*/ 0 h 2553"/>
              <a:gd name="T14" fmla="*/ 2664 w 2664"/>
              <a:gd name="T15" fmla="*/ 2553 h 25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64" h="2553">
                <a:moveTo>
                  <a:pt x="830" y="2553"/>
                </a:moveTo>
                <a:lnTo>
                  <a:pt x="2664" y="546"/>
                </a:lnTo>
                <a:lnTo>
                  <a:pt x="0" y="0"/>
                </a:lnTo>
                <a:lnTo>
                  <a:pt x="830" y="255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zh-CN" altLang="zh-CN" sz="24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矩形 7">
            <a:extLst>
              <a:ext uri="{FF2B5EF4-FFF2-40B4-BE49-F238E27FC236}">
                <a16:creationId xmlns:a16="http://schemas.microsoft.com/office/drawing/2014/main" id="{C7EFC068-076D-4810-B564-22EC8B822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5327" y="2584733"/>
            <a:ext cx="72389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01</a:t>
            </a:r>
            <a:endParaRPr lang="zh-CN" altLang="en-US" sz="40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矩形 8">
            <a:extLst>
              <a:ext uri="{FF2B5EF4-FFF2-40B4-BE49-F238E27FC236}">
                <a16:creationId xmlns:a16="http://schemas.microsoft.com/office/drawing/2014/main" id="{AFE84C26-78D1-4F61-9A2A-D56C8D183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7163" y="3455241"/>
            <a:ext cx="87630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02</a:t>
            </a:r>
            <a:endParaRPr lang="zh-CN" altLang="en-US" sz="40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矩形 9">
            <a:extLst>
              <a:ext uri="{FF2B5EF4-FFF2-40B4-BE49-F238E27FC236}">
                <a16:creationId xmlns:a16="http://schemas.microsoft.com/office/drawing/2014/main" id="{E438641F-0E3B-4608-A0AA-D030C812F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1563" y="5011945"/>
            <a:ext cx="711200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03</a:t>
            </a:r>
            <a:endParaRPr lang="zh-CN" altLang="en-US" sz="36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矩形 10">
            <a:extLst>
              <a:ext uri="{FF2B5EF4-FFF2-40B4-BE49-F238E27FC236}">
                <a16:creationId xmlns:a16="http://schemas.microsoft.com/office/drawing/2014/main" id="{DB711DAD-8A4E-48CE-8699-6A45D3111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364" y="5035832"/>
            <a:ext cx="657952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04</a:t>
            </a:r>
            <a:endParaRPr lang="zh-CN" altLang="en-US" sz="40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矩形 11">
            <a:extLst>
              <a:ext uri="{FF2B5EF4-FFF2-40B4-BE49-F238E27FC236}">
                <a16:creationId xmlns:a16="http://schemas.microsoft.com/office/drawing/2014/main" id="{45A1C6A5-D989-4056-8724-4E6EBE6C5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3431" y="3509715"/>
            <a:ext cx="622564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05</a:t>
            </a:r>
            <a:endParaRPr lang="zh-CN" altLang="en-US" sz="40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B899BF88-9A2B-44B0-8AFF-D1859BCC2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5246" y="2054208"/>
            <a:ext cx="4629132" cy="2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Windows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操作系统的</a:t>
            </a:r>
            <a:r>
              <a:rPr lang="zh-CN" altLang="en-US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内置浏览器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，用户</a:t>
            </a:r>
            <a:r>
              <a:rPr lang="zh-CN" altLang="en-US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数量</a:t>
            </a:r>
            <a:r>
              <a:rPr lang="zh-CN" altLang="en-US" sz="16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较</a:t>
            </a:r>
            <a:r>
              <a:rPr lang="zh-CN" altLang="en-US" sz="16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多</a:t>
            </a:r>
            <a:r>
              <a:rPr lang="zh-CN" altLang="en-US" sz="16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endParaRPr lang="en-US" altLang="zh-CN" sz="16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TextBox 13">
            <a:extLst>
              <a:ext uri="{FF2B5EF4-FFF2-40B4-BE49-F238E27FC236}">
                <a16:creationId xmlns:a16="http://schemas.microsoft.com/office/drawing/2014/main" id="{8F127DCE-144B-49B3-BAC9-C96E3F01E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4532" y="3526692"/>
            <a:ext cx="2813049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Windows 10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操作系统新增的浏览器，</a:t>
            </a:r>
            <a:r>
              <a:rPr lang="zh-CN" altLang="en-US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速度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更</a:t>
            </a:r>
            <a:r>
              <a:rPr lang="zh-CN" altLang="en-US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快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、</a:t>
            </a:r>
            <a:r>
              <a:rPr lang="zh-CN" altLang="en-US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功能</a:t>
            </a:r>
            <a:r>
              <a:rPr lang="zh-CN" altLang="en-US" sz="16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更</a:t>
            </a:r>
            <a:r>
              <a:rPr lang="zh-CN" altLang="en-US" sz="1600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多</a:t>
            </a:r>
            <a:endParaRPr lang="en-US" altLang="zh-CN" sz="16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B6A0F64F-1382-43A5-B0E4-B12E4D648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6613" y="5326892"/>
            <a:ext cx="3179233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目前</a:t>
            </a:r>
            <a:r>
              <a:rPr lang="zh-CN" altLang="en-US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市场占有率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较</a:t>
            </a:r>
            <a:r>
              <a:rPr lang="zh-CN" altLang="en-US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高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的浏览器，具有</a:t>
            </a:r>
            <a:r>
              <a:rPr lang="zh-CN" altLang="en-US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简洁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、</a:t>
            </a:r>
            <a:r>
              <a:rPr lang="zh-CN" altLang="en-US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快速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的</a:t>
            </a:r>
            <a:r>
              <a:rPr lang="zh-CN" altLang="en-US" sz="16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特点</a:t>
            </a:r>
            <a:endParaRPr lang="zh-CN" altLang="en-US" sz="16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EAC935BB-EDB5-42D4-BC2A-6279EA259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0097" y="4941962"/>
            <a:ext cx="2810933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一款由</a:t>
            </a:r>
            <a:r>
              <a:rPr lang="en-US" altLang="zh-CN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Mozilla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开发的网页</a:t>
            </a:r>
            <a:r>
              <a:rPr lang="zh-CN" altLang="en-US" sz="16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浏览器</a:t>
            </a:r>
            <a:endParaRPr lang="en-US" altLang="zh-CN" sz="16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4" name="TextBox 16">
            <a:extLst>
              <a:ext uri="{FF2B5EF4-FFF2-40B4-BE49-F238E27FC236}">
                <a16:creationId xmlns:a16="http://schemas.microsoft.com/office/drawing/2014/main" id="{0C2A1436-58A8-4401-A5A2-98A52C957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4113" y="2493690"/>
            <a:ext cx="2810933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主要应用在</a:t>
            </a:r>
            <a:r>
              <a:rPr lang="en-US" altLang="zh-CN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iOS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、</a:t>
            </a:r>
            <a:r>
              <a:rPr lang="en-US" altLang="zh-CN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macOS</a:t>
            </a:r>
            <a:r>
              <a:rPr lang="zh-CN" altLang="en-US" sz="16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操</a:t>
            </a:r>
            <a:r>
              <a:rPr lang="zh-CN" altLang="en-US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作系统中的</a:t>
            </a:r>
            <a:r>
              <a:rPr lang="zh-CN" altLang="en-US" sz="16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浏览器</a:t>
            </a:r>
            <a:endParaRPr lang="en-US" altLang="zh-CN" sz="1600" dirty="0">
              <a:solidFill>
                <a:srgbClr val="59595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277CA50C-B6ED-45F4-BFCD-7C3D22F07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5246" y="1674423"/>
            <a:ext cx="39604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2000" b="1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微软</a:t>
            </a:r>
            <a:r>
              <a:rPr lang="en-US" altLang="zh-CN" sz="2000" b="1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-Internet </a:t>
            </a:r>
            <a:r>
              <a:rPr lang="en-US" altLang="zh-CN" sz="2000" b="1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Explorer</a:t>
            </a:r>
            <a:endParaRPr lang="zh-CN" altLang="en-US" sz="2000" b="1" dirty="0">
              <a:solidFill>
                <a:srgbClr val="1369B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6" name="TextBox 18">
            <a:extLst>
              <a:ext uri="{FF2B5EF4-FFF2-40B4-BE49-F238E27FC236}">
                <a16:creationId xmlns:a16="http://schemas.microsoft.com/office/drawing/2014/main" id="{E54D65DB-1A2F-4F67-9FCE-CEC8D096D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4532" y="3194025"/>
            <a:ext cx="30432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2000" b="1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微软</a:t>
            </a:r>
            <a:r>
              <a:rPr lang="en-US" altLang="zh-CN" sz="2000" b="1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-Edge</a:t>
            </a:r>
            <a:endParaRPr lang="zh-CN" altLang="en-US" sz="2000" b="1" dirty="0">
              <a:solidFill>
                <a:srgbClr val="1369B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7" name="TextBox 19">
            <a:extLst>
              <a:ext uri="{FF2B5EF4-FFF2-40B4-BE49-F238E27FC236}">
                <a16:creationId xmlns:a16="http://schemas.microsoft.com/office/drawing/2014/main" id="{220C6706-D278-4E6A-B629-36D54579C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6613" y="5002058"/>
            <a:ext cx="313447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2000" b="1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谷歌</a:t>
            </a:r>
            <a:r>
              <a:rPr lang="en-US" altLang="zh-CN" sz="2000" b="1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-Chrome</a:t>
            </a:r>
            <a:endParaRPr lang="zh-CN" altLang="en-US" sz="2000" b="1" dirty="0">
              <a:solidFill>
                <a:srgbClr val="1369B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8" name="TextBox 20">
            <a:extLst>
              <a:ext uri="{FF2B5EF4-FFF2-40B4-BE49-F238E27FC236}">
                <a16:creationId xmlns:a16="http://schemas.microsoft.com/office/drawing/2014/main" id="{8FFD86C0-1D16-4F97-BB7D-956CF6D5E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0095" y="4608748"/>
            <a:ext cx="270298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altLang="zh-CN" sz="2000" b="1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Mozilla-Firefox</a:t>
            </a:r>
            <a:endParaRPr lang="zh-CN" altLang="en-US" sz="2000" b="1" dirty="0">
              <a:solidFill>
                <a:srgbClr val="1369B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9" name="TextBox 21">
            <a:extLst>
              <a:ext uri="{FF2B5EF4-FFF2-40B4-BE49-F238E27FC236}">
                <a16:creationId xmlns:a16="http://schemas.microsoft.com/office/drawing/2014/main" id="{23970765-DD87-4A14-A268-A414A3D48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4112" y="2163211"/>
            <a:ext cx="225848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zh-CN" altLang="en-US" sz="2000" b="1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苹果</a:t>
            </a:r>
            <a:r>
              <a:rPr lang="en-US" altLang="zh-CN" sz="2000" b="1" dirty="0" smtClean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-Safari</a:t>
            </a:r>
            <a:endParaRPr lang="zh-CN" altLang="en-US" sz="2000" b="1" dirty="0">
              <a:solidFill>
                <a:srgbClr val="1369B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TextBox 22">
            <a:extLst>
              <a:ext uri="{FF2B5EF4-FFF2-40B4-BE49-F238E27FC236}">
                <a16:creationId xmlns:a16="http://schemas.microsoft.com/office/drawing/2014/main" id="{F782E564-4FA9-4F6C-B205-44E2CDDDC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7295" y="3794459"/>
            <a:ext cx="1321859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常见浏览器及特点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3B4BB1D-EAF7-4CDF-B04B-544C413EF0C4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浏览器</a:t>
            </a:r>
          </a:p>
        </p:txBody>
      </p:sp>
      <p:sp>
        <p:nvSpPr>
          <p:cNvPr id="2" name="矩形 1"/>
          <p:cNvSpPr/>
          <p:nvPr/>
        </p:nvSpPr>
        <p:spPr>
          <a:xfrm>
            <a:off x="938485" y="1138804"/>
            <a:ext cx="6092825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是用户访问互联网中各种网站所必备的工具。</a:t>
            </a:r>
          </a:p>
        </p:txBody>
      </p:sp>
    </p:spTree>
    <p:extLst>
      <p:ext uri="{BB962C8B-B14F-4D97-AF65-F5344CB8AC3E}">
        <p14:creationId xmlns:p14="http://schemas.microsoft.com/office/powerpoint/2010/main" val="2157349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A5E43E88-8AFF-48CF-8567-EF73A7D120BE}"/>
              </a:ext>
            </a:extLst>
          </p:cNvPr>
          <p:cNvGrpSpPr/>
          <p:nvPr/>
        </p:nvGrpSpPr>
        <p:grpSpPr>
          <a:xfrm>
            <a:off x="1918742" y="3244546"/>
            <a:ext cx="4032448" cy="1487012"/>
            <a:chOff x="1276684" y="4550152"/>
            <a:chExt cx="3586261" cy="1718295"/>
          </a:xfrm>
        </p:grpSpPr>
        <p:sp>
          <p:nvSpPr>
            <p:cNvPr id="17" name="TextBox 76">
              <a:extLst>
                <a:ext uri="{FF2B5EF4-FFF2-40B4-BE49-F238E27FC236}">
                  <a16:creationId xmlns:a16="http://schemas.microsoft.com/office/drawing/2014/main" id="{36370B33-6A69-441F-A2F3-1403832063E1}"/>
                </a:ext>
              </a:extLst>
            </p:cNvPr>
            <p:cNvSpPr txBox="1"/>
            <p:nvPr/>
          </p:nvSpPr>
          <p:spPr>
            <a:xfrm>
              <a:off x="1276684" y="4550152"/>
              <a:ext cx="3089053" cy="53347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渲染引擎（排版引擎</a:t>
              </a:r>
              <a:r>
                <a:rPr lang="zh-CN" altLang="en-US" sz="2400" b="1" dirty="0">
                  <a:solidFill>
                    <a:srgbClr val="1369B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）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90942422-3102-4156-B20B-41E8B440B39E}"/>
                </a:ext>
              </a:extLst>
            </p:cNvPr>
            <p:cNvSpPr txBox="1"/>
            <p:nvPr/>
          </p:nvSpPr>
          <p:spPr>
            <a:xfrm>
              <a:off x="1276684" y="5052135"/>
              <a:ext cx="3586261" cy="121631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负责解析</a:t>
              </a:r>
              <a:r>
                <a:rPr lang="en-US" altLang="zh-CN" sz="1600" dirty="0" smtClean="0">
                  <a:solidFill>
                    <a:srgbClr val="1369B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HTML</a:t>
              </a:r>
              <a:r>
                <a:rPr lang="zh-CN" altLang="en-US" sz="1600" dirty="0" smtClean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代码与</a:t>
              </a:r>
              <a:r>
                <a:rPr lang="en-US" altLang="zh-CN" sz="1600" dirty="0">
                  <a:solidFill>
                    <a:srgbClr val="1369B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CSS</a:t>
              </a: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代码，用于实现</a:t>
              </a:r>
              <a:r>
                <a:rPr lang="zh-CN" altLang="en-US" sz="1600" dirty="0">
                  <a:solidFill>
                    <a:srgbClr val="1369B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网页结构</a:t>
              </a: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和</a:t>
              </a:r>
              <a:r>
                <a:rPr lang="zh-CN" altLang="en-US" sz="1600" dirty="0">
                  <a:solidFill>
                    <a:srgbClr val="1369B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样式</a:t>
              </a: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的</a:t>
              </a:r>
              <a:r>
                <a:rPr lang="zh-CN" altLang="en-US" sz="1600" dirty="0">
                  <a:solidFill>
                    <a:srgbClr val="1369B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渲染</a:t>
              </a: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。</a:t>
              </a:r>
              <a:r>
                <a:rPr lang="en-US" altLang="zh-CN" sz="1600" dirty="0">
                  <a:solidFill>
                    <a:srgbClr val="1369B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Chrome</a:t>
              </a: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浏览器使用的渲染引擎是</a:t>
              </a:r>
              <a:r>
                <a:rPr lang="en-US" altLang="zh-CN" sz="1600" dirty="0">
                  <a:solidFill>
                    <a:srgbClr val="1369B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Blink</a:t>
              </a: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。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80BAD7E-EC4B-4146-91AB-57498C3A1464}"/>
              </a:ext>
            </a:extLst>
          </p:cNvPr>
          <p:cNvGrpSpPr/>
          <p:nvPr/>
        </p:nvGrpSpPr>
        <p:grpSpPr>
          <a:xfrm>
            <a:off x="6083525" y="3213771"/>
            <a:ext cx="4032448" cy="1806713"/>
            <a:chOff x="1211336" y="4519375"/>
            <a:chExt cx="3651610" cy="2087721"/>
          </a:xfrm>
        </p:grpSpPr>
        <p:sp>
          <p:nvSpPr>
            <p:cNvPr id="20" name="TextBox 76">
              <a:extLst>
                <a:ext uri="{FF2B5EF4-FFF2-40B4-BE49-F238E27FC236}">
                  <a16:creationId xmlns:a16="http://schemas.microsoft.com/office/drawing/2014/main" id="{022FB7FE-28BA-4E67-9BD2-5EC9494B249E}"/>
                </a:ext>
              </a:extLst>
            </p:cNvPr>
            <p:cNvSpPr txBox="1"/>
            <p:nvPr/>
          </p:nvSpPr>
          <p:spPr>
            <a:xfrm>
              <a:off x="1214152" y="4519375"/>
              <a:ext cx="2593861" cy="53347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rgbClr val="1369B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JavaScript</a:t>
              </a:r>
              <a:r>
                <a:rPr lang="zh-CN" altLang="en-US" sz="2400" b="1" dirty="0">
                  <a:solidFill>
                    <a:srgbClr val="1369B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引擎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4574FA28-AE12-4BDE-8E6D-3078838A7864}"/>
                </a:ext>
              </a:extLst>
            </p:cNvPr>
            <p:cNvSpPr txBox="1"/>
            <p:nvPr/>
          </p:nvSpPr>
          <p:spPr>
            <a:xfrm>
              <a:off x="1211336" y="5056921"/>
              <a:ext cx="3651610" cy="155017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JavaScript</a:t>
              </a: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引擎是</a:t>
              </a:r>
              <a:r>
                <a:rPr lang="en-US" altLang="zh-CN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JavaScript</a:t>
              </a: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语言的</a:t>
              </a:r>
              <a:r>
                <a:rPr lang="zh-CN" altLang="en-US" sz="1600" dirty="0">
                  <a:solidFill>
                    <a:srgbClr val="1369B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解释器</a:t>
              </a: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，用于</a:t>
              </a:r>
              <a:r>
                <a:rPr lang="zh-CN" altLang="en-US" sz="1600" dirty="0">
                  <a:solidFill>
                    <a:srgbClr val="1369B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读取</a:t>
              </a: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网页中的</a:t>
              </a:r>
              <a:r>
                <a:rPr lang="en-US" altLang="zh-CN" sz="1600" dirty="0">
                  <a:solidFill>
                    <a:srgbClr val="1369B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JavaScript</a:t>
              </a:r>
              <a:r>
                <a:rPr lang="zh-CN" altLang="en-US" sz="1600" dirty="0">
                  <a:solidFill>
                    <a:srgbClr val="1369B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代码</a:t>
              </a: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并</a:t>
              </a:r>
              <a:r>
                <a:rPr lang="zh-CN" altLang="en-US" sz="1600" dirty="0">
                  <a:solidFill>
                    <a:srgbClr val="1369B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执行</a:t>
              </a: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。</a:t>
              </a:r>
              <a:r>
                <a:rPr lang="en-US" altLang="zh-CN" sz="1600" dirty="0">
                  <a:solidFill>
                    <a:srgbClr val="1369B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Chrome</a:t>
              </a: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浏览器使用的</a:t>
              </a:r>
              <a:r>
                <a:rPr lang="en-US" altLang="zh-CN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JavaScript</a:t>
              </a: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引擎是</a:t>
              </a:r>
              <a:r>
                <a:rPr lang="en-US" altLang="zh-CN" sz="1600" dirty="0">
                  <a:solidFill>
                    <a:srgbClr val="1369B2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V8</a:t>
              </a:r>
              <a:r>
                <a:rPr lang="zh-CN" altLang="en-US" sz="1600" dirty="0">
                  <a:solidFill>
                    <a:srgbClr val="59595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Arial" panose="020B0604020202020204" pitchFamily="34" charset="0"/>
                </a:rPr>
                <a:t>。</a:t>
              </a:r>
              <a:endParaRPr lang="en-US" altLang="zh-CN" sz="16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30000"/>
                </a:lnSpc>
              </a:pP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79306D3C-9F52-401B-9C5C-FC487218A515}"/>
              </a:ext>
            </a:extLst>
          </p:cNvPr>
          <p:cNvSpPr txBox="1"/>
          <p:nvPr/>
        </p:nvSpPr>
        <p:spPr>
          <a:xfrm>
            <a:off x="1884150" y="5307239"/>
            <a:ext cx="9289033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“浏览器内核”是一个不太严谨的俗称，一般是指渲染引擎和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引擎，由于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引擎越来越独立，部分资料就倾向于单指渲染引擎。 </a:t>
            </a:r>
            <a:endParaRPr lang="en-US" altLang="zh-CN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67C83A7C-7D6F-4BDB-B121-E0F3184AF92D}"/>
              </a:ext>
            </a:extLst>
          </p:cNvPr>
          <p:cNvSpPr/>
          <p:nvPr/>
        </p:nvSpPr>
        <p:spPr>
          <a:xfrm>
            <a:off x="1280807" y="5321780"/>
            <a:ext cx="10009112" cy="91632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40" name="流程图: 资料带 39">
            <a:extLst>
              <a:ext uri="{FF2B5EF4-FFF2-40B4-BE49-F238E27FC236}">
                <a16:creationId xmlns:a16="http://schemas.microsoft.com/office/drawing/2014/main" id="{4D24D15E-ACFA-45A5-A041-FD3CA10573ED}"/>
              </a:ext>
            </a:extLst>
          </p:cNvPr>
          <p:cNvSpPr/>
          <p:nvPr/>
        </p:nvSpPr>
        <p:spPr>
          <a:xfrm>
            <a:off x="1081819" y="5085978"/>
            <a:ext cx="775053" cy="504056"/>
          </a:xfrm>
          <a:prstGeom prst="flowChartPunchedTape">
            <a:avLst/>
          </a:prstGeom>
          <a:solidFill>
            <a:srgbClr val="1369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AED247E-6D2B-45E1-8709-3CAC07F4001B}"/>
              </a:ext>
            </a:extLst>
          </p:cNvPr>
          <p:cNvGrpSpPr/>
          <p:nvPr/>
        </p:nvGrpSpPr>
        <p:grpSpPr>
          <a:xfrm>
            <a:off x="2626412" y="1647300"/>
            <a:ext cx="5763272" cy="1246175"/>
            <a:chOff x="2626412" y="1647300"/>
            <a:chExt cx="5763272" cy="1246175"/>
          </a:xfrm>
        </p:grpSpPr>
        <p:sp>
          <p:nvSpPr>
            <p:cNvPr id="7" name="Rectangle 58">
              <a:extLst>
                <a:ext uri="{FF2B5EF4-FFF2-40B4-BE49-F238E27FC236}">
                  <a16:creationId xmlns:a16="http://schemas.microsoft.com/office/drawing/2014/main" id="{302EADD0-DAEE-4223-BD5A-57E0B3D0530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00000">
              <a:off x="3539067" y="1722622"/>
              <a:ext cx="1116000" cy="1116000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1600" ker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" name="Rectangle 58">
              <a:extLst>
                <a:ext uri="{FF2B5EF4-FFF2-40B4-BE49-F238E27FC236}">
                  <a16:creationId xmlns:a16="http://schemas.microsoft.com/office/drawing/2014/main" id="{F59C1F2A-1A13-49FE-8F8E-AD4D96D9112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00000">
              <a:off x="4834124" y="1647588"/>
              <a:ext cx="1246175" cy="1245600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Rectangle 58">
              <a:extLst>
                <a:ext uri="{FF2B5EF4-FFF2-40B4-BE49-F238E27FC236}">
                  <a16:creationId xmlns:a16="http://schemas.microsoft.com/office/drawing/2014/main" id="{C317202A-AF03-4817-BFCC-BD32144E0F6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00000">
              <a:off x="6369410" y="1722408"/>
              <a:ext cx="1116000" cy="1114869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" name="Rectangle 58">
              <a:extLst>
                <a:ext uri="{FF2B5EF4-FFF2-40B4-BE49-F238E27FC236}">
                  <a16:creationId xmlns:a16="http://schemas.microsoft.com/office/drawing/2014/main" id="{D2E29FAD-105A-4C30-86CE-E2F3797AE3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00000">
              <a:off x="2625565" y="2027492"/>
              <a:ext cx="525600" cy="523905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1600" ker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" name="Rectangle 58">
              <a:extLst>
                <a:ext uri="{FF2B5EF4-FFF2-40B4-BE49-F238E27FC236}">
                  <a16:creationId xmlns:a16="http://schemas.microsoft.com/office/drawing/2014/main" id="{ACC68C77-0B69-4170-8294-DFCAC84EF9A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00000">
              <a:off x="7864932" y="2020849"/>
              <a:ext cx="525600" cy="523905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US" sz="1600" ker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3A5B6CC5-536D-4351-AE7C-6DA11686AFC2}"/>
                </a:ext>
              </a:extLst>
            </p:cNvPr>
            <p:cNvGrpSpPr/>
            <p:nvPr/>
          </p:nvGrpSpPr>
          <p:grpSpPr>
            <a:xfrm>
              <a:off x="3835340" y="2089853"/>
              <a:ext cx="520773" cy="433907"/>
              <a:chOff x="4943078" y="1978614"/>
              <a:chExt cx="613294" cy="501395"/>
            </a:xfrm>
          </p:grpSpPr>
          <p:sp>
            <p:nvSpPr>
              <p:cNvPr id="24" name="Freeform 117">
                <a:extLst>
                  <a:ext uri="{FF2B5EF4-FFF2-40B4-BE49-F238E27FC236}">
                    <a16:creationId xmlns:a16="http://schemas.microsoft.com/office/drawing/2014/main" id="{F694FAA8-5168-498C-AB25-3ED1B4B9AB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07763" y="2337982"/>
                <a:ext cx="348609" cy="137722"/>
              </a:xfrm>
              <a:custGeom>
                <a:avLst/>
                <a:gdLst>
                  <a:gd name="T0" fmla="*/ 105 w 114"/>
                  <a:gd name="T1" fmla="*/ 4 h 45"/>
                  <a:gd name="T2" fmla="*/ 85 w 114"/>
                  <a:gd name="T3" fmla="*/ 4 h 45"/>
                  <a:gd name="T4" fmla="*/ 69 w 114"/>
                  <a:gd name="T5" fmla="*/ 11 h 45"/>
                  <a:gd name="T6" fmla="*/ 64 w 114"/>
                  <a:gd name="T7" fmla="*/ 12 h 45"/>
                  <a:gd name="T8" fmla="*/ 69 w 114"/>
                  <a:gd name="T9" fmla="*/ 20 h 45"/>
                  <a:gd name="T10" fmla="*/ 65 w 114"/>
                  <a:gd name="T11" fmla="*/ 27 h 45"/>
                  <a:gd name="T12" fmla="*/ 58 w 114"/>
                  <a:gd name="T13" fmla="*/ 8 h 45"/>
                  <a:gd name="T14" fmla="*/ 63 w 114"/>
                  <a:gd name="T15" fmla="*/ 15 h 45"/>
                  <a:gd name="T16" fmla="*/ 58 w 114"/>
                  <a:gd name="T17" fmla="*/ 16 h 45"/>
                  <a:gd name="T18" fmla="*/ 63 w 114"/>
                  <a:gd name="T19" fmla="*/ 24 h 45"/>
                  <a:gd name="T20" fmla="*/ 58 w 114"/>
                  <a:gd name="T21" fmla="*/ 30 h 45"/>
                  <a:gd name="T22" fmla="*/ 52 w 114"/>
                  <a:gd name="T23" fmla="*/ 12 h 45"/>
                  <a:gd name="T24" fmla="*/ 56 w 114"/>
                  <a:gd name="T25" fmla="*/ 19 h 45"/>
                  <a:gd name="T26" fmla="*/ 52 w 114"/>
                  <a:gd name="T27" fmla="*/ 20 h 45"/>
                  <a:gd name="T28" fmla="*/ 56 w 114"/>
                  <a:gd name="T29" fmla="*/ 28 h 45"/>
                  <a:gd name="T30" fmla="*/ 46 w 114"/>
                  <a:gd name="T31" fmla="*/ 11 h 45"/>
                  <a:gd name="T32" fmla="*/ 45 w 114"/>
                  <a:gd name="T33" fmla="*/ 16 h 45"/>
                  <a:gd name="T34" fmla="*/ 50 w 114"/>
                  <a:gd name="T35" fmla="*/ 23 h 45"/>
                  <a:gd name="T36" fmla="*/ 45 w 114"/>
                  <a:gd name="T37" fmla="*/ 24 h 45"/>
                  <a:gd name="T38" fmla="*/ 17 w 114"/>
                  <a:gd name="T39" fmla="*/ 30 h 45"/>
                  <a:gd name="T40" fmla="*/ 23 w 114"/>
                  <a:gd name="T41" fmla="*/ 24 h 45"/>
                  <a:gd name="T42" fmla="*/ 24 w 114"/>
                  <a:gd name="T43" fmla="*/ 19 h 45"/>
                  <a:gd name="T44" fmla="*/ 21 w 114"/>
                  <a:gd name="T45" fmla="*/ 12 h 45"/>
                  <a:gd name="T46" fmla="*/ 25 w 114"/>
                  <a:gd name="T47" fmla="*/ 11 h 45"/>
                  <a:gd name="T48" fmla="*/ 25 w 114"/>
                  <a:gd name="T49" fmla="*/ 26 h 45"/>
                  <a:gd name="T50" fmla="*/ 30 w 114"/>
                  <a:gd name="T51" fmla="*/ 20 h 45"/>
                  <a:gd name="T52" fmla="*/ 31 w 114"/>
                  <a:gd name="T53" fmla="*/ 15 h 45"/>
                  <a:gd name="T54" fmla="*/ 28 w 114"/>
                  <a:gd name="T55" fmla="*/ 8 h 45"/>
                  <a:gd name="T56" fmla="*/ 36 w 114"/>
                  <a:gd name="T57" fmla="*/ 30 h 45"/>
                  <a:gd name="T58" fmla="*/ 32 w 114"/>
                  <a:gd name="T59" fmla="*/ 22 h 45"/>
                  <a:gd name="T60" fmla="*/ 37 w 114"/>
                  <a:gd name="T61" fmla="*/ 16 h 45"/>
                  <a:gd name="T62" fmla="*/ 38 w 114"/>
                  <a:gd name="T63" fmla="*/ 11 h 45"/>
                  <a:gd name="T64" fmla="*/ 38 w 114"/>
                  <a:gd name="T65" fmla="*/ 28 h 45"/>
                  <a:gd name="T66" fmla="*/ 43 w 114"/>
                  <a:gd name="T67" fmla="*/ 26 h 45"/>
                  <a:gd name="T68" fmla="*/ 39 w 114"/>
                  <a:gd name="T69" fmla="*/ 19 h 45"/>
                  <a:gd name="T70" fmla="*/ 44 w 114"/>
                  <a:gd name="T71" fmla="*/ 12 h 45"/>
                  <a:gd name="T72" fmla="*/ 71 w 114"/>
                  <a:gd name="T73" fmla="*/ 43 h 45"/>
                  <a:gd name="T74" fmla="*/ 71 w 114"/>
                  <a:gd name="T75" fmla="*/ 33 h 45"/>
                  <a:gd name="T76" fmla="*/ 76 w 114"/>
                  <a:gd name="T77" fmla="*/ 27 h 45"/>
                  <a:gd name="T78" fmla="*/ 71 w 114"/>
                  <a:gd name="T79" fmla="*/ 20 h 45"/>
                  <a:gd name="T80" fmla="*/ 76 w 114"/>
                  <a:gd name="T81" fmla="*/ 19 h 45"/>
                  <a:gd name="T82" fmla="*/ 71 w 114"/>
                  <a:gd name="T83" fmla="*/ 11 h 45"/>
                  <a:gd name="T84" fmla="*/ 71 w 114"/>
                  <a:gd name="T85" fmla="*/ 3 h 45"/>
                  <a:gd name="T86" fmla="*/ 79 w 114"/>
                  <a:gd name="T87" fmla="*/ 31 h 45"/>
                  <a:gd name="T88" fmla="*/ 83 w 114"/>
                  <a:gd name="T89" fmla="*/ 24 h 45"/>
                  <a:gd name="T90" fmla="*/ 82 w 114"/>
                  <a:gd name="T91" fmla="*/ 19 h 45"/>
                  <a:gd name="T92" fmla="*/ 77 w 114"/>
                  <a:gd name="T93" fmla="*/ 12 h 45"/>
                  <a:gd name="T94" fmla="*/ 81 w 114"/>
                  <a:gd name="T95" fmla="*/ 11 h 45"/>
                  <a:gd name="T96" fmla="*/ 85 w 114"/>
                  <a:gd name="T97" fmla="*/ 27 h 45"/>
                  <a:gd name="T98" fmla="*/ 89 w 114"/>
                  <a:gd name="T99" fmla="*/ 20 h 45"/>
                  <a:gd name="T100" fmla="*/ 88 w 114"/>
                  <a:gd name="T101" fmla="*/ 15 h 45"/>
                  <a:gd name="T102" fmla="*/ 83 w 114"/>
                  <a:gd name="T103" fmla="*/ 8 h 45"/>
                  <a:gd name="T104" fmla="*/ 97 w 114"/>
                  <a:gd name="T105" fmla="*/ 31 h 45"/>
                  <a:gd name="T106" fmla="*/ 91 w 114"/>
                  <a:gd name="T107" fmla="*/ 23 h 45"/>
                  <a:gd name="T108" fmla="*/ 95 w 114"/>
                  <a:gd name="T109" fmla="*/ 16 h 45"/>
                  <a:gd name="T110" fmla="*/ 94 w 114"/>
                  <a:gd name="T111" fmla="*/ 11 h 45"/>
                  <a:gd name="T112" fmla="*/ 89 w 114"/>
                  <a:gd name="T113" fmla="*/ 5 h 45"/>
                  <a:gd name="T114" fmla="*/ 101 w 114"/>
                  <a:gd name="T115" fmla="*/ 4 h 45"/>
                  <a:gd name="T116" fmla="*/ 101 w 114"/>
                  <a:gd name="T117" fmla="*/ 3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14" h="45">
                    <a:moveTo>
                      <a:pt x="16" y="0"/>
                    </a:moveTo>
                    <a:cubicBezTo>
                      <a:pt x="13" y="0"/>
                      <a:pt x="11" y="2"/>
                      <a:pt x="10" y="4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0" y="43"/>
                      <a:pt x="3" y="45"/>
                      <a:pt x="6" y="45"/>
                    </a:cubicBezTo>
                    <a:cubicBezTo>
                      <a:pt x="108" y="45"/>
                      <a:pt x="108" y="45"/>
                      <a:pt x="108" y="45"/>
                    </a:cubicBezTo>
                    <a:cubicBezTo>
                      <a:pt x="112" y="45"/>
                      <a:pt x="114" y="43"/>
                      <a:pt x="113" y="41"/>
                    </a:cubicBezTo>
                    <a:cubicBezTo>
                      <a:pt x="105" y="4"/>
                      <a:pt x="105" y="4"/>
                      <a:pt x="105" y="4"/>
                    </a:cubicBezTo>
                    <a:cubicBezTo>
                      <a:pt x="104" y="2"/>
                      <a:pt x="101" y="0"/>
                      <a:pt x="99" y="0"/>
                    </a:cubicBezTo>
                    <a:lnTo>
                      <a:pt x="16" y="0"/>
                    </a:lnTo>
                    <a:close/>
                    <a:moveTo>
                      <a:pt x="79" y="3"/>
                    </a:moveTo>
                    <a:cubicBezTo>
                      <a:pt x="79" y="3"/>
                      <a:pt x="79" y="2"/>
                      <a:pt x="80" y="2"/>
                    </a:cubicBezTo>
                    <a:cubicBezTo>
                      <a:pt x="83" y="2"/>
                      <a:pt x="83" y="2"/>
                      <a:pt x="83" y="2"/>
                    </a:cubicBezTo>
                    <a:cubicBezTo>
                      <a:pt x="84" y="2"/>
                      <a:pt x="84" y="3"/>
                      <a:pt x="85" y="3"/>
                    </a:cubicBezTo>
                    <a:cubicBezTo>
                      <a:pt x="85" y="4"/>
                      <a:pt x="85" y="4"/>
                      <a:pt x="85" y="4"/>
                    </a:cubicBezTo>
                    <a:cubicBezTo>
                      <a:pt x="85" y="5"/>
                      <a:pt x="84" y="5"/>
                      <a:pt x="83" y="5"/>
                    </a:cubicBezTo>
                    <a:cubicBezTo>
                      <a:pt x="81" y="5"/>
                      <a:pt x="81" y="5"/>
                      <a:pt x="81" y="5"/>
                    </a:cubicBezTo>
                    <a:cubicBezTo>
                      <a:pt x="80" y="5"/>
                      <a:pt x="79" y="5"/>
                      <a:pt x="79" y="4"/>
                    </a:cubicBezTo>
                    <a:lnTo>
                      <a:pt x="79" y="3"/>
                    </a:lnTo>
                    <a:close/>
                    <a:moveTo>
                      <a:pt x="64" y="8"/>
                    </a:moveTo>
                    <a:cubicBezTo>
                      <a:pt x="69" y="8"/>
                      <a:pt x="69" y="8"/>
                      <a:pt x="69" y="8"/>
                    </a:cubicBezTo>
                    <a:cubicBezTo>
                      <a:pt x="69" y="11"/>
                      <a:pt x="69" y="11"/>
                      <a:pt x="69" y="11"/>
                    </a:cubicBezTo>
                    <a:cubicBezTo>
                      <a:pt x="64" y="11"/>
                      <a:pt x="64" y="11"/>
                      <a:pt x="64" y="11"/>
                    </a:cubicBezTo>
                    <a:lnTo>
                      <a:pt x="64" y="8"/>
                    </a:lnTo>
                    <a:close/>
                    <a:moveTo>
                      <a:pt x="64" y="12"/>
                    </a:moveTo>
                    <a:cubicBezTo>
                      <a:pt x="69" y="12"/>
                      <a:pt x="69" y="12"/>
                      <a:pt x="69" y="12"/>
                    </a:cubicBezTo>
                    <a:cubicBezTo>
                      <a:pt x="69" y="15"/>
                      <a:pt x="69" y="15"/>
                      <a:pt x="69" y="15"/>
                    </a:cubicBezTo>
                    <a:cubicBezTo>
                      <a:pt x="65" y="15"/>
                      <a:pt x="65" y="15"/>
                      <a:pt x="65" y="15"/>
                    </a:cubicBezTo>
                    <a:lnTo>
                      <a:pt x="64" y="12"/>
                    </a:lnTo>
                    <a:close/>
                    <a:moveTo>
                      <a:pt x="65" y="16"/>
                    </a:moveTo>
                    <a:cubicBezTo>
                      <a:pt x="69" y="16"/>
                      <a:pt x="69" y="16"/>
                      <a:pt x="69" y="16"/>
                    </a:cubicBezTo>
                    <a:cubicBezTo>
                      <a:pt x="69" y="19"/>
                      <a:pt x="69" y="19"/>
                      <a:pt x="69" y="19"/>
                    </a:cubicBezTo>
                    <a:cubicBezTo>
                      <a:pt x="65" y="19"/>
                      <a:pt x="65" y="19"/>
                      <a:pt x="65" y="19"/>
                    </a:cubicBezTo>
                    <a:lnTo>
                      <a:pt x="65" y="16"/>
                    </a:lnTo>
                    <a:close/>
                    <a:moveTo>
                      <a:pt x="65" y="20"/>
                    </a:moveTo>
                    <a:cubicBezTo>
                      <a:pt x="69" y="20"/>
                      <a:pt x="69" y="20"/>
                      <a:pt x="69" y="20"/>
                    </a:cubicBezTo>
                    <a:cubicBezTo>
                      <a:pt x="70" y="23"/>
                      <a:pt x="70" y="23"/>
                      <a:pt x="70" y="23"/>
                    </a:cubicBezTo>
                    <a:cubicBezTo>
                      <a:pt x="65" y="23"/>
                      <a:pt x="65" y="23"/>
                      <a:pt x="65" y="23"/>
                    </a:cubicBezTo>
                    <a:lnTo>
                      <a:pt x="65" y="20"/>
                    </a:lnTo>
                    <a:close/>
                    <a:moveTo>
                      <a:pt x="65" y="24"/>
                    </a:moveTo>
                    <a:cubicBezTo>
                      <a:pt x="70" y="24"/>
                      <a:pt x="70" y="24"/>
                      <a:pt x="70" y="24"/>
                    </a:cubicBezTo>
                    <a:cubicBezTo>
                      <a:pt x="70" y="27"/>
                      <a:pt x="70" y="27"/>
                      <a:pt x="70" y="27"/>
                    </a:cubicBezTo>
                    <a:cubicBezTo>
                      <a:pt x="65" y="27"/>
                      <a:pt x="65" y="27"/>
                      <a:pt x="65" y="27"/>
                    </a:cubicBezTo>
                    <a:lnTo>
                      <a:pt x="65" y="24"/>
                    </a:lnTo>
                    <a:close/>
                    <a:moveTo>
                      <a:pt x="65" y="28"/>
                    </a:moveTo>
                    <a:cubicBezTo>
                      <a:pt x="70" y="28"/>
                      <a:pt x="70" y="28"/>
                      <a:pt x="70" y="28"/>
                    </a:cubicBezTo>
                    <a:cubicBezTo>
                      <a:pt x="70" y="31"/>
                      <a:pt x="70" y="31"/>
                      <a:pt x="70" y="31"/>
                    </a:cubicBezTo>
                    <a:cubicBezTo>
                      <a:pt x="65" y="31"/>
                      <a:pt x="65" y="31"/>
                      <a:pt x="65" y="31"/>
                    </a:cubicBezTo>
                    <a:lnTo>
                      <a:pt x="65" y="28"/>
                    </a:lnTo>
                    <a:close/>
                    <a:moveTo>
                      <a:pt x="58" y="8"/>
                    </a:moveTo>
                    <a:cubicBezTo>
                      <a:pt x="63" y="8"/>
                      <a:pt x="63" y="8"/>
                      <a:pt x="63" y="8"/>
                    </a:cubicBezTo>
                    <a:cubicBezTo>
                      <a:pt x="63" y="11"/>
                      <a:pt x="63" y="11"/>
                      <a:pt x="63" y="11"/>
                    </a:cubicBezTo>
                    <a:cubicBezTo>
                      <a:pt x="58" y="11"/>
                      <a:pt x="58" y="11"/>
                      <a:pt x="58" y="11"/>
                    </a:cubicBezTo>
                    <a:lnTo>
                      <a:pt x="58" y="8"/>
                    </a:lnTo>
                    <a:close/>
                    <a:moveTo>
                      <a:pt x="58" y="12"/>
                    </a:moveTo>
                    <a:cubicBezTo>
                      <a:pt x="63" y="12"/>
                      <a:pt x="63" y="12"/>
                      <a:pt x="63" y="12"/>
                    </a:cubicBezTo>
                    <a:cubicBezTo>
                      <a:pt x="63" y="15"/>
                      <a:pt x="63" y="15"/>
                      <a:pt x="63" y="15"/>
                    </a:cubicBezTo>
                    <a:cubicBezTo>
                      <a:pt x="58" y="15"/>
                      <a:pt x="58" y="15"/>
                      <a:pt x="58" y="15"/>
                    </a:cubicBezTo>
                    <a:lnTo>
                      <a:pt x="58" y="12"/>
                    </a:lnTo>
                    <a:close/>
                    <a:moveTo>
                      <a:pt x="58" y="16"/>
                    </a:moveTo>
                    <a:cubicBezTo>
                      <a:pt x="63" y="16"/>
                      <a:pt x="63" y="16"/>
                      <a:pt x="63" y="16"/>
                    </a:cubicBezTo>
                    <a:cubicBezTo>
                      <a:pt x="63" y="19"/>
                      <a:pt x="63" y="19"/>
                      <a:pt x="63" y="19"/>
                    </a:cubicBezTo>
                    <a:cubicBezTo>
                      <a:pt x="58" y="19"/>
                      <a:pt x="58" y="19"/>
                      <a:pt x="58" y="19"/>
                    </a:cubicBezTo>
                    <a:lnTo>
                      <a:pt x="58" y="16"/>
                    </a:lnTo>
                    <a:close/>
                    <a:moveTo>
                      <a:pt x="58" y="20"/>
                    </a:moveTo>
                    <a:cubicBezTo>
                      <a:pt x="63" y="20"/>
                      <a:pt x="63" y="20"/>
                      <a:pt x="63" y="20"/>
                    </a:cubicBezTo>
                    <a:cubicBezTo>
                      <a:pt x="63" y="23"/>
                      <a:pt x="63" y="23"/>
                      <a:pt x="63" y="23"/>
                    </a:cubicBezTo>
                    <a:cubicBezTo>
                      <a:pt x="58" y="23"/>
                      <a:pt x="58" y="23"/>
                      <a:pt x="58" y="23"/>
                    </a:cubicBezTo>
                    <a:lnTo>
                      <a:pt x="58" y="20"/>
                    </a:lnTo>
                    <a:close/>
                    <a:moveTo>
                      <a:pt x="58" y="24"/>
                    </a:moveTo>
                    <a:cubicBezTo>
                      <a:pt x="63" y="24"/>
                      <a:pt x="63" y="24"/>
                      <a:pt x="63" y="24"/>
                    </a:cubicBezTo>
                    <a:cubicBezTo>
                      <a:pt x="63" y="27"/>
                      <a:pt x="63" y="27"/>
                      <a:pt x="63" y="27"/>
                    </a:cubicBezTo>
                    <a:cubicBezTo>
                      <a:pt x="58" y="27"/>
                      <a:pt x="58" y="27"/>
                      <a:pt x="58" y="27"/>
                    </a:cubicBezTo>
                    <a:lnTo>
                      <a:pt x="58" y="24"/>
                    </a:lnTo>
                    <a:close/>
                    <a:moveTo>
                      <a:pt x="58" y="28"/>
                    </a:moveTo>
                    <a:cubicBezTo>
                      <a:pt x="63" y="28"/>
                      <a:pt x="63" y="28"/>
                      <a:pt x="63" y="28"/>
                    </a:cubicBezTo>
                    <a:cubicBezTo>
                      <a:pt x="63" y="31"/>
                      <a:pt x="63" y="31"/>
                      <a:pt x="63" y="31"/>
                    </a:cubicBezTo>
                    <a:cubicBezTo>
                      <a:pt x="58" y="30"/>
                      <a:pt x="58" y="30"/>
                      <a:pt x="58" y="30"/>
                    </a:cubicBezTo>
                    <a:lnTo>
                      <a:pt x="58" y="28"/>
                    </a:lnTo>
                    <a:close/>
                    <a:moveTo>
                      <a:pt x="52" y="8"/>
                    </a:moveTo>
                    <a:cubicBezTo>
                      <a:pt x="57" y="8"/>
                      <a:pt x="57" y="8"/>
                      <a:pt x="57" y="8"/>
                    </a:cubicBezTo>
                    <a:cubicBezTo>
                      <a:pt x="57" y="11"/>
                      <a:pt x="57" y="11"/>
                      <a:pt x="57" y="11"/>
                    </a:cubicBezTo>
                    <a:cubicBezTo>
                      <a:pt x="52" y="11"/>
                      <a:pt x="52" y="11"/>
                      <a:pt x="52" y="11"/>
                    </a:cubicBezTo>
                    <a:lnTo>
                      <a:pt x="52" y="8"/>
                    </a:lnTo>
                    <a:close/>
                    <a:moveTo>
                      <a:pt x="52" y="12"/>
                    </a:moveTo>
                    <a:cubicBezTo>
                      <a:pt x="56" y="12"/>
                      <a:pt x="56" y="12"/>
                      <a:pt x="56" y="12"/>
                    </a:cubicBezTo>
                    <a:cubicBezTo>
                      <a:pt x="56" y="15"/>
                      <a:pt x="56" y="15"/>
                      <a:pt x="56" y="15"/>
                    </a:cubicBezTo>
                    <a:cubicBezTo>
                      <a:pt x="52" y="15"/>
                      <a:pt x="52" y="15"/>
                      <a:pt x="52" y="15"/>
                    </a:cubicBezTo>
                    <a:lnTo>
                      <a:pt x="52" y="12"/>
                    </a:lnTo>
                    <a:close/>
                    <a:moveTo>
                      <a:pt x="52" y="16"/>
                    </a:moveTo>
                    <a:cubicBezTo>
                      <a:pt x="56" y="16"/>
                      <a:pt x="56" y="16"/>
                      <a:pt x="56" y="16"/>
                    </a:cubicBezTo>
                    <a:cubicBezTo>
                      <a:pt x="56" y="19"/>
                      <a:pt x="56" y="19"/>
                      <a:pt x="56" y="19"/>
                    </a:cubicBezTo>
                    <a:cubicBezTo>
                      <a:pt x="52" y="19"/>
                      <a:pt x="52" y="19"/>
                      <a:pt x="52" y="19"/>
                    </a:cubicBezTo>
                    <a:lnTo>
                      <a:pt x="52" y="16"/>
                    </a:lnTo>
                    <a:close/>
                    <a:moveTo>
                      <a:pt x="52" y="20"/>
                    </a:moveTo>
                    <a:cubicBezTo>
                      <a:pt x="56" y="20"/>
                      <a:pt x="56" y="20"/>
                      <a:pt x="56" y="20"/>
                    </a:cubicBezTo>
                    <a:cubicBezTo>
                      <a:pt x="56" y="23"/>
                      <a:pt x="56" y="23"/>
                      <a:pt x="56" y="23"/>
                    </a:cubicBezTo>
                    <a:cubicBezTo>
                      <a:pt x="52" y="23"/>
                      <a:pt x="52" y="23"/>
                      <a:pt x="52" y="23"/>
                    </a:cubicBezTo>
                    <a:lnTo>
                      <a:pt x="52" y="20"/>
                    </a:lnTo>
                    <a:close/>
                    <a:moveTo>
                      <a:pt x="52" y="24"/>
                    </a:moveTo>
                    <a:cubicBezTo>
                      <a:pt x="56" y="24"/>
                      <a:pt x="56" y="24"/>
                      <a:pt x="56" y="24"/>
                    </a:cubicBezTo>
                    <a:cubicBezTo>
                      <a:pt x="56" y="27"/>
                      <a:pt x="56" y="27"/>
                      <a:pt x="56" y="27"/>
                    </a:cubicBezTo>
                    <a:cubicBezTo>
                      <a:pt x="51" y="26"/>
                      <a:pt x="51" y="26"/>
                      <a:pt x="51" y="26"/>
                    </a:cubicBezTo>
                    <a:lnTo>
                      <a:pt x="52" y="24"/>
                    </a:lnTo>
                    <a:close/>
                    <a:moveTo>
                      <a:pt x="51" y="28"/>
                    </a:moveTo>
                    <a:cubicBezTo>
                      <a:pt x="56" y="28"/>
                      <a:pt x="56" y="28"/>
                      <a:pt x="56" y="28"/>
                    </a:cubicBezTo>
                    <a:cubicBezTo>
                      <a:pt x="56" y="30"/>
                      <a:pt x="56" y="30"/>
                      <a:pt x="56" y="30"/>
                    </a:cubicBezTo>
                    <a:cubicBezTo>
                      <a:pt x="51" y="30"/>
                      <a:pt x="51" y="30"/>
                      <a:pt x="51" y="30"/>
                    </a:cubicBezTo>
                    <a:lnTo>
                      <a:pt x="51" y="28"/>
                    </a:lnTo>
                    <a:close/>
                    <a:moveTo>
                      <a:pt x="46" y="8"/>
                    </a:moveTo>
                    <a:cubicBezTo>
                      <a:pt x="50" y="8"/>
                      <a:pt x="50" y="8"/>
                      <a:pt x="50" y="8"/>
                    </a:cubicBezTo>
                    <a:cubicBezTo>
                      <a:pt x="50" y="11"/>
                      <a:pt x="50" y="11"/>
                      <a:pt x="50" y="11"/>
                    </a:cubicBezTo>
                    <a:cubicBezTo>
                      <a:pt x="46" y="11"/>
                      <a:pt x="46" y="11"/>
                      <a:pt x="46" y="11"/>
                    </a:cubicBezTo>
                    <a:lnTo>
                      <a:pt x="46" y="8"/>
                    </a:lnTo>
                    <a:close/>
                    <a:moveTo>
                      <a:pt x="46" y="12"/>
                    </a:moveTo>
                    <a:cubicBezTo>
                      <a:pt x="50" y="12"/>
                      <a:pt x="50" y="12"/>
                      <a:pt x="50" y="12"/>
                    </a:cubicBezTo>
                    <a:cubicBezTo>
                      <a:pt x="50" y="15"/>
                      <a:pt x="50" y="15"/>
                      <a:pt x="50" y="15"/>
                    </a:cubicBezTo>
                    <a:cubicBezTo>
                      <a:pt x="46" y="15"/>
                      <a:pt x="46" y="15"/>
                      <a:pt x="46" y="15"/>
                    </a:cubicBezTo>
                    <a:lnTo>
                      <a:pt x="46" y="12"/>
                    </a:lnTo>
                    <a:close/>
                    <a:moveTo>
                      <a:pt x="45" y="16"/>
                    </a:move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19"/>
                      <a:pt x="50" y="19"/>
                      <a:pt x="50" y="19"/>
                    </a:cubicBezTo>
                    <a:cubicBezTo>
                      <a:pt x="45" y="19"/>
                      <a:pt x="45" y="19"/>
                      <a:pt x="45" y="19"/>
                    </a:cubicBezTo>
                    <a:lnTo>
                      <a:pt x="45" y="16"/>
                    </a:lnTo>
                    <a:close/>
                    <a:moveTo>
                      <a:pt x="45" y="20"/>
                    </a:moveTo>
                    <a:cubicBezTo>
                      <a:pt x="50" y="20"/>
                      <a:pt x="50" y="20"/>
                      <a:pt x="50" y="20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5" y="23"/>
                      <a:pt x="45" y="23"/>
                      <a:pt x="45" y="23"/>
                    </a:cubicBezTo>
                    <a:lnTo>
                      <a:pt x="45" y="20"/>
                    </a:lnTo>
                    <a:close/>
                    <a:moveTo>
                      <a:pt x="45" y="24"/>
                    </a:moveTo>
                    <a:cubicBezTo>
                      <a:pt x="50" y="24"/>
                      <a:pt x="50" y="24"/>
                      <a:pt x="50" y="24"/>
                    </a:cubicBezTo>
                    <a:cubicBezTo>
                      <a:pt x="50" y="26"/>
                      <a:pt x="50" y="26"/>
                      <a:pt x="50" y="26"/>
                    </a:cubicBezTo>
                    <a:cubicBezTo>
                      <a:pt x="45" y="26"/>
                      <a:pt x="45" y="26"/>
                      <a:pt x="45" y="26"/>
                    </a:cubicBezTo>
                    <a:lnTo>
                      <a:pt x="45" y="24"/>
                    </a:lnTo>
                    <a:close/>
                    <a:moveTo>
                      <a:pt x="45" y="28"/>
                    </a:moveTo>
                    <a:cubicBezTo>
                      <a:pt x="50" y="28"/>
                      <a:pt x="50" y="28"/>
                      <a:pt x="50" y="28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4" y="30"/>
                      <a:pt x="44" y="30"/>
                      <a:pt x="44" y="30"/>
                    </a:cubicBezTo>
                    <a:lnTo>
                      <a:pt x="45" y="28"/>
                    </a:lnTo>
                    <a:close/>
                    <a:moveTo>
                      <a:pt x="22" y="30"/>
                    </a:move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23" y="27"/>
                      <a:pt x="23" y="27"/>
                      <a:pt x="23" y="27"/>
                    </a:cubicBezTo>
                    <a:lnTo>
                      <a:pt x="22" y="30"/>
                    </a:lnTo>
                    <a:close/>
                    <a:moveTo>
                      <a:pt x="23" y="26"/>
                    </a:moveTo>
                    <a:cubicBezTo>
                      <a:pt x="18" y="26"/>
                      <a:pt x="18" y="26"/>
                      <a:pt x="18" y="26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23" y="24"/>
                      <a:pt x="23" y="24"/>
                      <a:pt x="23" y="24"/>
                    </a:cubicBezTo>
                    <a:lnTo>
                      <a:pt x="23" y="26"/>
                    </a:lnTo>
                    <a:close/>
                    <a:moveTo>
                      <a:pt x="23" y="22"/>
                    </a:move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4" y="20"/>
                      <a:pt x="24" y="20"/>
                      <a:pt x="24" y="20"/>
                    </a:cubicBezTo>
                    <a:lnTo>
                      <a:pt x="23" y="22"/>
                    </a:lnTo>
                    <a:close/>
                    <a:moveTo>
                      <a:pt x="24" y="19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5" y="16"/>
                      <a:pt x="25" y="16"/>
                      <a:pt x="25" y="16"/>
                    </a:cubicBezTo>
                    <a:lnTo>
                      <a:pt x="24" y="19"/>
                    </a:lnTo>
                    <a:close/>
                    <a:moveTo>
                      <a:pt x="25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2"/>
                      <a:pt x="21" y="12"/>
                      <a:pt x="21" y="12"/>
                    </a:cubicBezTo>
                    <a:cubicBezTo>
                      <a:pt x="25" y="12"/>
                      <a:pt x="25" y="12"/>
                      <a:pt x="25" y="12"/>
                    </a:cubicBezTo>
                    <a:lnTo>
                      <a:pt x="25" y="15"/>
                    </a:lnTo>
                    <a:close/>
                    <a:moveTo>
                      <a:pt x="25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6" y="8"/>
                      <a:pt x="26" y="8"/>
                      <a:pt x="26" y="8"/>
                    </a:cubicBezTo>
                    <a:lnTo>
                      <a:pt x="25" y="11"/>
                    </a:lnTo>
                    <a:close/>
                    <a:moveTo>
                      <a:pt x="29" y="30"/>
                    </a:moveTo>
                    <a:cubicBezTo>
                      <a:pt x="24" y="30"/>
                      <a:pt x="24" y="30"/>
                      <a:pt x="24" y="30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29" y="28"/>
                      <a:pt x="29" y="28"/>
                      <a:pt x="29" y="28"/>
                    </a:cubicBezTo>
                    <a:lnTo>
                      <a:pt x="29" y="30"/>
                    </a:lnTo>
                    <a:close/>
                    <a:moveTo>
                      <a:pt x="29" y="26"/>
                    </a:moveTo>
                    <a:cubicBezTo>
                      <a:pt x="25" y="26"/>
                      <a:pt x="25" y="26"/>
                      <a:pt x="25" y="26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30" y="24"/>
                      <a:pt x="30" y="24"/>
                      <a:pt x="30" y="24"/>
                    </a:cubicBezTo>
                    <a:lnTo>
                      <a:pt x="29" y="26"/>
                    </a:lnTo>
                    <a:close/>
                    <a:moveTo>
                      <a:pt x="30" y="22"/>
                    </a:moveTo>
                    <a:cubicBezTo>
                      <a:pt x="25" y="22"/>
                      <a:pt x="25" y="22"/>
                      <a:pt x="25" y="22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30" y="20"/>
                      <a:pt x="30" y="20"/>
                      <a:pt x="30" y="20"/>
                    </a:cubicBezTo>
                    <a:lnTo>
                      <a:pt x="30" y="22"/>
                    </a:lnTo>
                    <a:close/>
                    <a:moveTo>
                      <a:pt x="31" y="19"/>
                    </a:move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16"/>
                      <a:pt x="26" y="16"/>
                      <a:pt x="26" y="16"/>
                    </a:cubicBezTo>
                    <a:cubicBezTo>
                      <a:pt x="31" y="16"/>
                      <a:pt x="31" y="16"/>
                      <a:pt x="31" y="16"/>
                    </a:cubicBezTo>
                    <a:lnTo>
                      <a:pt x="31" y="19"/>
                    </a:lnTo>
                    <a:close/>
                    <a:moveTo>
                      <a:pt x="31" y="15"/>
                    </a:moveTo>
                    <a:cubicBezTo>
                      <a:pt x="26" y="15"/>
                      <a:pt x="26" y="15"/>
                      <a:pt x="26" y="15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31" y="12"/>
                      <a:pt x="31" y="12"/>
                      <a:pt x="31" y="12"/>
                    </a:cubicBezTo>
                    <a:lnTo>
                      <a:pt x="31" y="15"/>
                    </a:lnTo>
                    <a:close/>
                    <a:moveTo>
                      <a:pt x="32" y="11"/>
                    </a:moveTo>
                    <a:cubicBezTo>
                      <a:pt x="27" y="11"/>
                      <a:pt x="27" y="11"/>
                      <a:pt x="27" y="11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32" y="8"/>
                      <a:pt x="32" y="8"/>
                      <a:pt x="32" y="8"/>
                    </a:cubicBezTo>
                    <a:lnTo>
                      <a:pt x="32" y="11"/>
                    </a:lnTo>
                    <a:close/>
                    <a:moveTo>
                      <a:pt x="36" y="30"/>
                    </a:moveTo>
                    <a:cubicBezTo>
                      <a:pt x="31" y="30"/>
                      <a:pt x="31" y="30"/>
                      <a:pt x="31" y="30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6" y="28"/>
                      <a:pt x="36" y="28"/>
                      <a:pt x="36" y="28"/>
                    </a:cubicBezTo>
                    <a:lnTo>
                      <a:pt x="36" y="30"/>
                    </a:lnTo>
                    <a:close/>
                    <a:moveTo>
                      <a:pt x="36" y="26"/>
                    </a:moveTo>
                    <a:cubicBezTo>
                      <a:pt x="31" y="26"/>
                      <a:pt x="31" y="26"/>
                      <a:pt x="31" y="26"/>
                    </a:cubicBezTo>
                    <a:cubicBezTo>
                      <a:pt x="32" y="24"/>
                      <a:pt x="32" y="24"/>
                      <a:pt x="32" y="24"/>
                    </a:cubicBezTo>
                    <a:cubicBezTo>
                      <a:pt x="36" y="24"/>
                      <a:pt x="36" y="24"/>
                      <a:pt x="36" y="24"/>
                    </a:cubicBezTo>
                    <a:lnTo>
                      <a:pt x="36" y="26"/>
                    </a:lnTo>
                    <a:close/>
                    <a:moveTo>
                      <a:pt x="37" y="22"/>
                    </a:moveTo>
                    <a:cubicBezTo>
                      <a:pt x="32" y="22"/>
                      <a:pt x="32" y="22"/>
                      <a:pt x="32" y="22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22"/>
                    </a:lnTo>
                    <a:close/>
                    <a:moveTo>
                      <a:pt x="37" y="19"/>
                    </a:move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7" y="16"/>
                      <a:pt x="37" y="16"/>
                      <a:pt x="37" y="16"/>
                    </a:cubicBezTo>
                    <a:lnTo>
                      <a:pt x="37" y="19"/>
                    </a:lnTo>
                    <a:close/>
                    <a:moveTo>
                      <a:pt x="37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2"/>
                      <a:pt x="33" y="12"/>
                      <a:pt x="33" y="12"/>
                    </a:cubicBezTo>
                    <a:cubicBezTo>
                      <a:pt x="38" y="12"/>
                      <a:pt x="38" y="12"/>
                      <a:pt x="38" y="12"/>
                    </a:cubicBezTo>
                    <a:lnTo>
                      <a:pt x="37" y="15"/>
                    </a:lnTo>
                    <a:close/>
                    <a:moveTo>
                      <a:pt x="38" y="11"/>
                    </a:moveTo>
                    <a:cubicBezTo>
                      <a:pt x="33" y="11"/>
                      <a:pt x="33" y="11"/>
                      <a:pt x="33" y="11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8" y="8"/>
                      <a:pt x="38" y="8"/>
                      <a:pt x="38" y="8"/>
                    </a:cubicBezTo>
                    <a:lnTo>
                      <a:pt x="38" y="11"/>
                    </a:lnTo>
                    <a:close/>
                    <a:moveTo>
                      <a:pt x="43" y="30"/>
                    </a:move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43" y="28"/>
                      <a:pt x="43" y="28"/>
                      <a:pt x="43" y="28"/>
                    </a:cubicBezTo>
                    <a:lnTo>
                      <a:pt x="43" y="30"/>
                    </a:lnTo>
                    <a:close/>
                    <a:moveTo>
                      <a:pt x="43" y="26"/>
                    </a:move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43" y="24"/>
                      <a:pt x="43" y="24"/>
                      <a:pt x="43" y="24"/>
                    </a:cubicBezTo>
                    <a:lnTo>
                      <a:pt x="43" y="26"/>
                    </a:lnTo>
                    <a:close/>
                    <a:moveTo>
                      <a:pt x="43" y="23"/>
                    </a:moveTo>
                    <a:cubicBezTo>
                      <a:pt x="38" y="22"/>
                      <a:pt x="38" y="22"/>
                      <a:pt x="38" y="22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43" y="20"/>
                      <a:pt x="43" y="20"/>
                      <a:pt x="43" y="20"/>
                    </a:cubicBezTo>
                    <a:lnTo>
                      <a:pt x="43" y="23"/>
                    </a:lnTo>
                    <a:close/>
                    <a:moveTo>
                      <a:pt x="43" y="19"/>
                    </a:moveTo>
                    <a:cubicBezTo>
                      <a:pt x="39" y="19"/>
                      <a:pt x="39" y="19"/>
                      <a:pt x="39" y="19"/>
                    </a:cubicBezTo>
                    <a:cubicBezTo>
                      <a:pt x="39" y="16"/>
                      <a:pt x="39" y="16"/>
                      <a:pt x="39" y="16"/>
                    </a:cubicBezTo>
                    <a:cubicBezTo>
                      <a:pt x="44" y="16"/>
                      <a:pt x="44" y="16"/>
                      <a:pt x="44" y="16"/>
                    </a:cubicBezTo>
                    <a:lnTo>
                      <a:pt x="43" y="19"/>
                    </a:lnTo>
                    <a:close/>
                    <a:moveTo>
                      <a:pt x="44" y="15"/>
                    </a:move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44" y="12"/>
                      <a:pt x="44" y="12"/>
                      <a:pt x="44" y="12"/>
                    </a:cubicBezTo>
                    <a:lnTo>
                      <a:pt x="44" y="15"/>
                    </a:lnTo>
                    <a:close/>
                    <a:moveTo>
                      <a:pt x="44" y="11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4" y="8"/>
                      <a:pt x="44" y="8"/>
                      <a:pt x="44" y="8"/>
                    </a:cubicBezTo>
                    <a:lnTo>
                      <a:pt x="44" y="11"/>
                    </a:lnTo>
                    <a:close/>
                    <a:moveTo>
                      <a:pt x="71" y="43"/>
                    </a:moveTo>
                    <a:cubicBezTo>
                      <a:pt x="71" y="44"/>
                      <a:pt x="71" y="44"/>
                      <a:pt x="70" y="44"/>
                    </a:cubicBezTo>
                    <a:cubicBezTo>
                      <a:pt x="45" y="44"/>
                      <a:pt x="45" y="44"/>
                      <a:pt x="45" y="44"/>
                    </a:cubicBezTo>
                    <a:cubicBezTo>
                      <a:pt x="44" y="44"/>
                      <a:pt x="43" y="44"/>
                      <a:pt x="43" y="43"/>
                    </a:cubicBezTo>
                    <a:cubicBezTo>
                      <a:pt x="44" y="33"/>
                      <a:pt x="44" y="33"/>
                      <a:pt x="44" y="33"/>
                    </a:cubicBezTo>
                    <a:cubicBezTo>
                      <a:pt x="44" y="32"/>
                      <a:pt x="44" y="32"/>
                      <a:pt x="45" y="32"/>
                    </a:cubicBezTo>
                    <a:cubicBezTo>
                      <a:pt x="69" y="32"/>
                      <a:pt x="69" y="32"/>
                      <a:pt x="69" y="32"/>
                    </a:cubicBezTo>
                    <a:cubicBezTo>
                      <a:pt x="70" y="32"/>
                      <a:pt x="71" y="32"/>
                      <a:pt x="71" y="33"/>
                    </a:cubicBezTo>
                    <a:lnTo>
                      <a:pt x="71" y="43"/>
                    </a:lnTo>
                    <a:close/>
                    <a:moveTo>
                      <a:pt x="77" y="31"/>
                    </a:moveTo>
                    <a:cubicBezTo>
                      <a:pt x="72" y="31"/>
                      <a:pt x="72" y="31"/>
                      <a:pt x="72" y="31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7" y="28"/>
                      <a:pt x="77" y="28"/>
                      <a:pt x="77" y="28"/>
                    </a:cubicBezTo>
                    <a:lnTo>
                      <a:pt x="77" y="31"/>
                    </a:lnTo>
                    <a:close/>
                    <a:moveTo>
                      <a:pt x="76" y="27"/>
                    </a:moveTo>
                    <a:cubicBezTo>
                      <a:pt x="72" y="27"/>
                      <a:pt x="72" y="27"/>
                      <a:pt x="72" y="27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6" y="24"/>
                      <a:pt x="76" y="24"/>
                      <a:pt x="76" y="24"/>
                    </a:cubicBezTo>
                    <a:lnTo>
                      <a:pt x="76" y="27"/>
                    </a:lnTo>
                    <a:close/>
                    <a:moveTo>
                      <a:pt x="76" y="23"/>
                    </a:moveTo>
                    <a:cubicBezTo>
                      <a:pt x="71" y="23"/>
                      <a:pt x="71" y="23"/>
                      <a:pt x="71" y="23"/>
                    </a:cubicBezTo>
                    <a:cubicBezTo>
                      <a:pt x="71" y="20"/>
                      <a:pt x="71" y="20"/>
                      <a:pt x="71" y="20"/>
                    </a:cubicBezTo>
                    <a:cubicBezTo>
                      <a:pt x="76" y="20"/>
                      <a:pt x="76" y="20"/>
                      <a:pt x="76" y="20"/>
                    </a:cubicBezTo>
                    <a:lnTo>
                      <a:pt x="76" y="23"/>
                    </a:lnTo>
                    <a:close/>
                    <a:moveTo>
                      <a:pt x="76" y="19"/>
                    </a:moveTo>
                    <a:cubicBezTo>
                      <a:pt x="71" y="19"/>
                      <a:pt x="71" y="19"/>
                      <a:pt x="71" y="19"/>
                    </a:cubicBezTo>
                    <a:cubicBezTo>
                      <a:pt x="71" y="16"/>
                      <a:pt x="71" y="16"/>
                      <a:pt x="71" y="16"/>
                    </a:cubicBezTo>
                    <a:cubicBezTo>
                      <a:pt x="76" y="16"/>
                      <a:pt x="76" y="16"/>
                      <a:pt x="76" y="16"/>
                    </a:cubicBezTo>
                    <a:lnTo>
                      <a:pt x="76" y="19"/>
                    </a:lnTo>
                    <a:close/>
                    <a:moveTo>
                      <a:pt x="75" y="15"/>
                    </a:moveTo>
                    <a:cubicBezTo>
                      <a:pt x="71" y="15"/>
                      <a:pt x="71" y="15"/>
                      <a:pt x="71" y="15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75" y="12"/>
                      <a:pt x="75" y="12"/>
                      <a:pt x="75" y="12"/>
                    </a:cubicBezTo>
                    <a:lnTo>
                      <a:pt x="75" y="15"/>
                    </a:lnTo>
                    <a:close/>
                    <a:moveTo>
                      <a:pt x="75" y="11"/>
                    </a:moveTo>
                    <a:cubicBezTo>
                      <a:pt x="71" y="11"/>
                      <a:pt x="71" y="11"/>
                      <a:pt x="71" y="11"/>
                    </a:cubicBezTo>
                    <a:cubicBezTo>
                      <a:pt x="70" y="8"/>
                      <a:pt x="70" y="8"/>
                      <a:pt x="70" y="8"/>
                    </a:cubicBezTo>
                    <a:cubicBezTo>
                      <a:pt x="75" y="8"/>
                      <a:pt x="75" y="8"/>
                      <a:pt x="75" y="8"/>
                    </a:cubicBezTo>
                    <a:lnTo>
                      <a:pt x="75" y="11"/>
                    </a:lnTo>
                    <a:close/>
                    <a:moveTo>
                      <a:pt x="75" y="5"/>
                    </a:moveTo>
                    <a:cubicBezTo>
                      <a:pt x="72" y="5"/>
                      <a:pt x="72" y="5"/>
                      <a:pt x="72" y="5"/>
                    </a:cubicBezTo>
                    <a:cubicBezTo>
                      <a:pt x="72" y="5"/>
                      <a:pt x="71" y="5"/>
                      <a:pt x="71" y="4"/>
                    </a:cubicBezTo>
                    <a:cubicBezTo>
                      <a:pt x="71" y="3"/>
                      <a:pt x="71" y="3"/>
                      <a:pt x="71" y="3"/>
                    </a:cubicBezTo>
                    <a:cubicBezTo>
                      <a:pt x="71" y="3"/>
                      <a:pt x="71" y="2"/>
                      <a:pt x="72" y="2"/>
                    </a:cubicBezTo>
                    <a:cubicBezTo>
                      <a:pt x="75" y="2"/>
                      <a:pt x="75" y="2"/>
                      <a:pt x="75" y="2"/>
                    </a:cubicBezTo>
                    <a:cubicBezTo>
                      <a:pt x="76" y="2"/>
                      <a:pt x="76" y="3"/>
                      <a:pt x="76" y="3"/>
                    </a:cubicBezTo>
                    <a:cubicBezTo>
                      <a:pt x="77" y="4"/>
                      <a:pt x="77" y="4"/>
                      <a:pt x="77" y="4"/>
                    </a:cubicBezTo>
                    <a:cubicBezTo>
                      <a:pt x="77" y="5"/>
                      <a:pt x="76" y="5"/>
                      <a:pt x="75" y="5"/>
                    </a:cubicBezTo>
                    <a:close/>
                    <a:moveTo>
                      <a:pt x="84" y="31"/>
                    </a:moveTo>
                    <a:cubicBezTo>
                      <a:pt x="79" y="31"/>
                      <a:pt x="79" y="31"/>
                      <a:pt x="79" y="31"/>
                    </a:cubicBezTo>
                    <a:cubicBezTo>
                      <a:pt x="78" y="28"/>
                      <a:pt x="78" y="28"/>
                      <a:pt x="78" y="28"/>
                    </a:cubicBezTo>
                    <a:cubicBezTo>
                      <a:pt x="83" y="28"/>
                      <a:pt x="83" y="28"/>
                      <a:pt x="83" y="28"/>
                    </a:cubicBezTo>
                    <a:lnTo>
                      <a:pt x="84" y="31"/>
                    </a:lnTo>
                    <a:close/>
                    <a:moveTo>
                      <a:pt x="83" y="27"/>
                    </a:moveTo>
                    <a:cubicBezTo>
                      <a:pt x="78" y="27"/>
                      <a:pt x="78" y="27"/>
                      <a:pt x="78" y="27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83" y="24"/>
                      <a:pt x="83" y="24"/>
                      <a:pt x="83" y="24"/>
                    </a:cubicBezTo>
                    <a:lnTo>
                      <a:pt x="83" y="27"/>
                    </a:lnTo>
                    <a:close/>
                    <a:moveTo>
                      <a:pt x="83" y="23"/>
                    </a:moveTo>
                    <a:cubicBezTo>
                      <a:pt x="78" y="23"/>
                      <a:pt x="78" y="23"/>
                      <a:pt x="78" y="23"/>
                    </a:cubicBezTo>
                    <a:cubicBezTo>
                      <a:pt x="78" y="20"/>
                      <a:pt x="78" y="20"/>
                      <a:pt x="78" y="20"/>
                    </a:cubicBezTo>
                    <a:cubicBezTo>
                      <a:pt x="82" y="20"/>
                      <a:pt x="82" y="20"/>
                      <a:pt x="82" y="20"/>
                    </a:cubicBezTo>
                    <a:lnTo>
                      <a:pt x="83" y="23"/>
                    </a:lnTo>
                    <a:close/>
                    <a:moveTo>
                      <a:pt x="82" y="19"/>
                    </a:moveTo>
                    <a:cubicBezTo>
                      <a:pt x="78" y="19"/>
                      <a:pt x="78" y="19"/>
                      <a:pt x="78" y="19"/>
                    </a:cubicBezTo>
                    <a:cubicBezTo>
                      <a:pt x="77" y="16"/>
                      <a:pt x="77" y="16"/>
                      <a:pt x="77" y="16"/>
                    </a:cubicBezTo>
                    <a:cubicBezTo>
                      <a:pt x="82" y="16"/>
                      <a:pt x="82" y="16"/>
                      <a:pt x="82" y="16"/>
                    </a:cubicBezTo>
                    <a:lnTo>
                      <a:pt x="82" y="19"/>
                    </a:lnTo>
                    <a:close/>
                    <a:moveTo>
                      <a:pt x="82" y="15"/>
                    </a:move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2"/>
                      <a:pt x="77" y="12"/>
                      <a:pt x="77" y="12"/>
                    </a:cubicBezTo>
                    <a:cubicBezTo>
                      <a:pt x="81" y="12"/>
                      <a:pt x="81" y="12"/>
                      <a:pt x="81" y="12"/>
                    </a:cubicBezTo>
                    <a:lnTo>
                      <a:pt x="82" y="15"/>
                    </a:lnTo>
                    <a:close/>
                    <a:moveTo>
                      <a:pt x="81" y="11"/>
                    </a:moveTo>
                    <a:cubicBezTo>
                      <a:pt x="77" y="11"/>
                      <a:pt x="77" y="11"/>
                      <a:pt x="77" y="11"/>
                    </a:cubicBezTo>
                    <a:cubicBezTo>
                      <a:pt x="77" y="8"/>
                      <a:pt x="77" y="8"/>
                      <a:pt x="77" y="8"/>
                    </a:cubicBezTo>
                    <a:cubicBezTo>
                      <a:pt x="81" y="8"/>
                      <a:pt x="81" y="8"/>
                      <a:pt x="81" y="8"/>
                    </a:cubicBezTo>
                    <a:lnTo>
                      <a:pt x="81" y="11"/>
                    </a:lnTo>
                    <a:close/>
                    <a:moveTo>
                      <a:pt x="90" y="31"/>
                    </a:moveTo>
                    <a:cubicBezTo>
                      <a:pt x="85" y="31"/>
                      <a:pt x="85" y="31"/>
                      <a:pt x="85" y="31"/>
                    </a:cubicBezTo>
                    <a:cubicBezTo>
                      <a:pt x="85" y="28"/>
                      <a:pt x="85" y="28"/>
                      <a:pt x="85" y="28"/>
                    </a:cubicBezTo>
                    <a:cubicBezTo>
                      <a:pt x="90" y="28"/>
                      <a:pt x="90" y="28"/>
                      <a:pt x="90" y="28"/>
                    </a:cubicBezTo>
                    <a:lnTo>
                      <a:pt x="90" y="31"/>
                    </a:lnTo>
                    <a:close/>
                    <a:moveTo>
                      <a:pt x="90" y="27"/>
                    </a:moveTo>
                    <a:cubicBezTo>
                      <a:pt x="85" y="27"/>
                      <a:pt x="85" y="27"/>
                      <a:pt x="85" y="27"/>
                    </a:cubicBezTo>
                    <a:cubicBezTo>
                      <a:pt x="85" y="24"/>
                      <a:pt x="85" y="24"/>
                      <a:pt x="85" y="24"/>
                    </a:cubicBezTo>
                    <a:cubicBezTo>
                      <a:pt x="89" y="24"/>
                      <a:pt x="89" y="24"/>
                      <a:pt x="89" y="24"/>
                    </a:cubicBezTo>
                    <a:lnTo>
                      <a:pt x="90" y="27"/>
                    </a:lnTo>
                    <a:close/>
                    <a:moveTo>
                      <a:pt x="89" y="23"/>
                    </a:moveTo>
                    <a:cubicBezTo>
                      <a:pt x="84" y="23"/>
                      <a:pt x="84" y="23"/>
                      <a:pt x="84" y="23"/>
                    </a:cubicBezTo>
                    <a:cubicBezTo>
                      <a:pt x="84" y="20"/>
                      <a:pt x="84" y="20"/>
                      <a:pt x="84" y="20"/>
                    </a:cubicBezTo>
                    <a:cubicBezTo>
                      <a:pt x="89" y="20"/>
                      <a:pt x="89" y="20"/>
                      <a:pt x="89" y="20"/>
                    </a:cubicBezTo>
                    <a:lnTo>
                      <a:pt x="89" y="23"/>
                    </a:lnTo>
                    <a:close/>
                    <a:moveTo>
                      <a:pt x="89" y="19"/>
                    </a:moveTo>
                    <a:cubicBezTo>
                      <a:pt x="84" y="19"/>
                      <a:pt x="84" y="19"/>
                      <a:pt x="84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8" y="16"/>
                      <a:pt x="88" y="16"/>
                      <a:pt x="88" y="16"/>
                    </a:cubicBezTo>
                    <a:lnTo>
                      <a:pt x="89" y="19"/>
                    </a:lnTo>
                    <a:close/>
                    <a:moveTo>
                      <a:pt x="88" y="15"/>
                    </a:moveTo>
                    <a:cubicBezTo>
                      <a:pt x="84" y="15"/>
                      <a:pt x="84" y="15"/>
                      <a:pt x="84" y="15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88" y="12"/>
                      <a:pt x="88" y="12"/>
                      <a:pt x="88" y="12"/>
                    </a:cubicBezTo>
                    <a:lnTo>
                      <a:pt x="88" y="15"/>
                    </a:lnTo>
                    <a:close/>
                    <a:moveTo>
                      <a:pt x="88" y="11"/>
                    </a:moveTo>
                    <a:cubicBezTo>
                      <a:pt x="83" y="11"/>
                      <a:pt x="83" y="11"/>
                      <a:pt x="83" y="11"/>
                    </a:cubicBezTo>
                    <a:cubicBezTo>
                      <a:pt x="83" y="8"/>
                      <a:pt x="83" y="8"/>
                      <a:pt x="83" y="8"/>
                    </a:cubicBezTo>
                    <a:cubicBezTo>
                      <a:pt x="87" y="8"/>
                      <a:pt x="87" y="8"/>
                      <a:pt x="87" y="8"/>
                    </a:cubicBezTo>
                    <a:lnTo>
                      <a:pt x="88" y="11"/>
                    </a:lnTo>
                    <a:close/>
                    <a:moveTo>
                      <a:pt x="97" y="31"/>
                    </a:moveTo>
                    <a:cubicBezTo>
                      <a:pt x="92" y="31"/>
                      <a:pt x="92" y="31"/>
                      <a:pt x="92" y="31"/>
                    </a:cubicBezTo>
                    <a:cubicBezTo>
                      <a:pt x="92" y="28"/>
                      <a:pt x="92" y="28"/>
                      <a:pt x="92" y="28"/>
                    </a:cubicBezTo>
                    <a:cubicBezTo>
                      <a:pt x="97" y="28"/>
                      <a:pt x="97" y="28"/>
                      <a:pt x="97" y="28"/>
                    </a:cubicBezTo>
                    <a:lnTo>
                      <a:pt x="97" y="31"/>
                    </a:lnTo>
                    <a:close/>
                    <a:moveTo>
                      <a:pt x="97" y="27"/>
                    </a:moveTo>
                    <a:cubicBezTo>
                      <a:pt x="92" y="27"/>
                      <a:pt x="92" y="27"/>
                      <a:pt x="92" y="27"/>
                    </a:cubicBezTo>
                    <a:cubicBezTo>
                      <a:pt x="91" y="24"/>
                      <a:pt x="91" y="24"/>
                      <a:pt x="91" y="24"/>
                    </a:cubicBezTo>
                    <a:cubicBezTo>
                      <a:pt x="96" y="24"/>
                      <a:pt x="96" y="24"/>
                      <a:pt x="96" y="24"/>
                    </a:cubicBezTo>
                    <a:lnTo>
                      <a:pt x="97" y="27"/>
                    </a:lnTo>
                    <a:close/>
                    <a:moveTo>
                      <a:pt x="96" y="23"/>
                    </a:moveTo>
                    <a:cubicBezTo>
                      <a:pt x="91" y="23"/>
                      <a:pt x="91" y="23"/>
                      <a:pt x="91" y="23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5" y="20"/>
                      <a:pt x="95" y="20"/>
                      <a:pt x="95" y="20"/>
                    </a:cubicBezTo>
                    <a:lnTo>
                      <a:pt x="96" y="23"/>
                    </a:lnTo>
                    <a:close/>
                    <a:moveTo>
                      <a:pt x="95" y="19"/>
                    </a:moveTo>
                    <a:cubicBezTo>
                      <a:pt x="90" y="19"/>
                      <a:pt x="90" y="19"/>
                      <a:pt x="90" y="19"/>
                    </a:cubicBezTo>
                    <a:cubicBezTo>
                      <a:pt x="90" y="16"/>
                      <a:pt x="90" y="16"/>
                      <a:pt x="90" y="16"/>
                    </a:cubicBezTo>
                    <a:cubicBezTo>
                      <a:pt x="95" y="16"/>
                      <a:pt x="95" y="16"/>
                      <a:pt x="95" y="16"/>
                    </a:cubicBezTo>
                    <a:lnTo>
                      <a:pt x="95" y="19"/>
                    </a:lnTo>
                    <a:close/>
                    <a:moveTo>
                      <a:pt x="94" y="15"/>
                    </a:moveTo>
                    <a:cubicBezTo>
                      <a:pt x="90" y="15"/>
                      <a:pt x="90" y="15"/>
                      <a:pt x="90" y="15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4" y="12"/>
                      <a:pt x="94" y="12"/>
                      <a:pt x="94" y="12"/>
                    </a:cubicBezTo>
                    <a:lnTo>
                      <a:pt x="94" y="15"/>
                    </a:lnTo>
                    <a:close/>
                    <a:moveTo>
                      <a:pt x="94" y="11"/>
                    </a:moveTo>
                    <a:cubicBezTo>
                      <a:pt x="89" y="11"/>
                      <a:pt x="89" y="11"/>
                      <a:pt x="89" y="11"/>
                    </a:cubicBezTo>
                    <a:cubicBezTo>
                      <a:pt x="89" y="8"/>
                      <a:pt x="89" y="8"/>
                      <a:pt x="89" y="8"/>
                    </a:cubicBezTo>
                    <a:cubicBezTo>
                      <a:pt x="93" y="8"/>
                      <a:pt x="93" y="8"/>
                      <a:pt x="93" y="8"/>
                    </a:cubicBezTo>
                    <a:lnTo>
                      <a:pt x="94" y="11"/>
                    </a:lnTo>
                    <a:close/>
                    <a:moveTo>
                      <a:pt x="93" y="4"/>
                    </a:moveTo>
                    <a:cubicBezTo>
                      <a:pt x="93" y="5"/>
                      <a:pt x="92" y="5"/>
                      <a:pt x="91" y="5"/>
                    </a:cubicBezTo>
                    <a:cubicBezTo>
                      <a:pt x="89" y="5"/>
                      <a:pt x="89" y="5"/>
                      <a:pt x="89" y="5"/>
                    </a:cubicBezTo>
                    <a:cubicBezTo>
                      <a:pt x="88" y="5"/>
                      <a:pt x="87" y="5"/>
                      <a:pt x="87" y="4"/>
                    </a:cubicBezTo>
                    <a:cubicBezTo>
                      <a:pt x="87" y="3"/>
                      <a:pt x="87" y="3"/>
                      <a:pt x="87" y="3"/>
                    </a:cubicBezTo>
                    <a:cubicBezTo>
                      <a:pt x="87" y="3"/>
                      <a:pt x="87" y="2"/>
                      <a:pt x="88" y="2"/>
                    </a:cubicBezTo>
                    <a:cubicBezTo>
                      <a:pt x="91" y="2"/>
                      <a:pt x="91" y="2"/>
                      <a:pt x="91" y="2"/>
                    </a:cubicBezTo>
                    <a:cubicBezTo>
                      <a:pt x="92" y="2"/>
                      <a:pt x="92" y="3"/>
                      <a:pt x="92" y="3"/>
                    </a:cubicBezTo>
                    <a:lnTo>
                      <a:pt x="93" y="4"/>
                    </a:lnTo>
                    <a:close/>
                    <a:moveTo>
                      <a:pt x="101" y="4"/>
                    </a:moveTo>
                    <a:cubicBezTo>
                      <a:pt x="101" y="5"/>
                      <a:pt x="100" y="5"/>
                      <a:pt x="100" y="5"/>
                    </a:cubicBezTo>
                    <a:cubicBezTo>
                      <a:pt x="97" y="5"/>
                      <a:pt x="97" y="5"/>
                      <a:pt x="97" y="5"/>
                    </a:cubicBezTo>
                    <a:cubicBezTo>
                      <a:pt x="96" y="5"/>
                      <a:pt x="95" y="5"/>
                      <a:pt x="95" y="4"/>
                    </a:cubicBezTo>
                    <a:cubicBezTo>
                      <a:pt x="95" y="3"/>
                      <a:pt x="95" y="3"/>
                      <a:pt x="95" y="3"/>
                    </a:cubicBezTo>
                    <a:cubicBezTo>
                      <a:pt x="95" y="3"/>
                      <a:pt x="95" y="2"/>
                      <a:pt x="96" y="2"/>
                    </a:cubicBezTo>
                    <a:cubicBezTo>
                      <a:pt x="99" y="2"/>
                      <a:pt x="99" y="2"/>
                      <a:pt x="99" y="2"/>
                    </a:cubicBezTo>
                    <a:cubicBezTo>
                      <a:pt x="100" y="2"/>
                      <a:pt x="100" y="3"/>
                      <a:pt x="101" y="3"/>
                    </a:cubicBezTo>
                    <a:lnTo>
                      <a:pt x="101" y="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Freeform 118">
                <a:extLst>
                  <a:ext uri="{FF2B5EF4-FFF2-40B4-BE49-F238E27FC236}">
                    <a16:creationId xmlns:a16="http://schemas.microsoft.com/office/drawing/2014/main" id="{43D38E88-04C5-4D0E-83C3-BD8E1EA2150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44345" y="2131399"/>
                <a:ext cx="277596" cy="200127"/>
              </a:xfrm>
              <a:custGeom>
                <a:avLst/>
                <a:gdLst>
                  <a:gd name="T0" fmla="*/ 89 w 91"/>
                  <a:gd name="T1" fmla="*/ 0 h 65"/>
                  <a:gd name="T2" fmla="*/ 2 w 91"/>
                  <a:gd name="T3" fmla="*/ 0 h 65"/>
                  <a:gd name="T4" fmla="*/ 0 w 91"/>
                  <a:gd name="T5" fmla="*/ 2 h 65"/>
                  <a:gd name="T6" fmla="*/ 0 w 91"/>
                  <a:gd name="T7" fmla="*/ 63 h 65"/>
                  <a:gd name="T8" fmla="*/ 2 w 91"/>
                  <a:gd name="T9" fmla="*/ 65 h 65"/>
                  <a:gd name="T10" fmla="*/ 89 w 91"/>
                  <a:gd name="T11" fmla="*/ 65 h 65"/>
                  <a:gd name="T12" fmla="*/ 91 w 91"/>
                  <a:gd name="T13" fmla="*/ 63 h 65"/>
                  <a:gd name="T14" fmla="*/ 91 w 91"/>
                  <a:gd name="T15" fmla="*/ 2 h 65"/>
                  <a:gd name="T16" fmla="*/ 89 w 91"/>
                  <a:gd name="T17" fmla="*/ 0 h 65"/>
                  <a:gd name="T18" fmla="*/ 87 w 91"/>
                  <a:gd name="T19" fmla="*/ 59 h 65"/>
                  <a:gd name="T20" fmla="*/ 85 w 91"/>
                  <a:gd name="T21" fmla="*/ 61 h 65"/>
                  <a:gd name="T22" fmla="*/ 6 w 91"/>
                  <a:gd name="T23" fmla="*/ 61 h 65"/>
                  <a:gd name="T24" fmla="*/ 4 w 91"/>
                  <a:gd name="T25" fmla="*/ 59 h 65"/>
                  <a:gd name="T26" fmla="*/ 4 w 91"/>
                  <a:gd name="T27" fmla="*/ 6 h 65"/>
                  <a:gd name="T28" fmla="*/ 6 w 91"/>
                  <a:gd name="T29" fmla="*/ 4 h 65"/>
                  <a:gd name="T30" fmla="*/ 85 w 91"/>
                  <a:gd name="T31" fmla="*/ 4 h 65"/>
                  <a:gd name="T32" fmla="*/ 87 w 91"/>
                  <a:gd name="T33" fmla="*/ 6 h 65"/>
                  <a:gd name="T34" fmla="*/ 87 w 91"/>
                  <a:gd name="T35" fmla="*/ 59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65">
                    <a:moveTo>
                      <a:pt x="89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0" y="64"/>
                      <a:pt x="1" y="65"/>
                      <a:pt x="2" y="65"/>
                    </a:cubicBezTo>
                    <a:cubicBezTo>
                      <a:pt x="89" y="65"/>
                      <a:pt x="89" y="65"/>
                      <a:pt x="89" y="65"/>
                    </a:cubicBezTo>
                    <a:cubicBezTo>
                      <a:pt x="90" y="65"/>
                      <a:pt x="91" y="64"/>
                      <a:pt x="91" y="63"/>
                    </a:cubicBezTo>
                    <a:cubicBezTo>
                      <a:pt x="91" y="2"/>
                      <a:pt x="91" y="2"/>
                      <a:pt x="91" y="2"/>
                    </a:cubicBezTo>
                    <a:cubicBezTo>
                      <a:pt x="91" y="1"/>
                      <a:pt x="90" y="0"/>
                      <a:pt x="89" y="0"/>
                    </a:cubicBezTo>
                    <a:close/>
                    <a:moveTo>
                      <a:pt x="87" y="59"/>
                    </a:moveTo>
                    <a:cubicBezTo>
                      <a:pt x="87" y="60"/>
                      <a:pt x="86" y="61"/>
                      <a:pt x="85" y="61"/>
                    </a:cubicBezTo>
                    <a:cubicBezTo>
                      <a:pt x="6" y="61"/>
                      <a:pt x="6" y="61"/>
                      <a:pt x="6" y="61"/>
                    </a:cubicBezTo>
                    <a:cubicBezTo>
                      <a:pt x="5" y="61"/>
                      <a:pt x="4" y="60"/>
                      <a:pt x="4" y="59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5"/>
                      <a:pt x="5" y="4"/>
                      <a:pt x="6" y="4"/>
                    </a:cubicBezTo>
                    <a:cubicBezTo>
                      <a:pt x="85" y="4"/>
                      <a:pt x="85" y="4"/>
                      <a:pt x="85" y="4"/>
                    </a:cubicBezTo>
                    <a:cubicBezTo>
                      <a:pt x="86" y="4"/>
                      <a:pt x="87" y="5"/>
                      <a:pt x="87" y="6"/>
                    </a:cubicBezTo>
                    <a:lnTo>
                      <a:pt x="87" y="5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 119">
                <a:extLst>
                  <a:ext uri="{FF2B5EF4-FFF2-40B4-BE49-F238E27FC236}">
                    <a16:creationId xmlns:a16="http://schemas.microsoft.com/office/drawing/2014/main" id="{046DFE40-EFCC-439C-BE35-D728ED6AF78E}"/>
                  </a:ext>
                </a:extLst>
              </p:cNvPr>
              <p:cNvSpPr/>
              <p:nvPr/>
            </p:nvSpPr>
            <p:spPr bwMode="auto">
              <a:xfrm>
                <a:off x="5216370" y="2475705"/>
                <a:ext cx="327090" cy="4304"/>
              </a:xfrm>
              <a:custGeom>
                <a:avLst/>
                <a:gdLst>
                  <a:gd name="T0" fmla="*/ 107 w 107"/>
                  <a:gd name="T1" fmla="*/ 2 h 2"/>
                  <a:gd name="T2" fmla="*/ 106 w 107"/>
                  <a:gd name="T3" fmla="*/ 2 h 2"/>
                  <a:gd name="T4" fmla="*/ 2 w 107"/>
                  <a:gd name="T5" fmla="*/ 2 h 2"/>
                  <a:gd name="T6" fmla="*/ 0 w 107"/>
                  <a:gd name="T7" fmla="*/ 2 h 2"/>
                  <a:gd name="T8" fmla="*/ 0 w 107"/>
                  <a:gd name="T9" fmla="*/ 1 h 2"/>
                  <a:gd name="T10" fmla="*/ 2 w 107"/>
                  <a:gd name="T11" fmla="*/ 0 h 2"/>
                  <a:gd name="T12" fmla="*/ 106 w 107"/>
                  <a:gd name="T13" fmla="*/ 0 h 2"/>
                  <a:gd name="T14" fmla="*/ 107 w 107"/>
                  <a:gd name="T15" fmla="*/ 1 h 2"/>
                  <a:gd name="T16" fmla="*/ 107 w 107"/>
                  <a:gd name="T1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7" h="2">
                    <a:moveTo>
                      <a:pt x="107" y="2"/>
                    </a:moveTo>
                    <a:cubicBezTo>
                      <a:pt x="107" y="2"/>
                      <a:pt x="107" y="2"/>
                      <a:pt x="106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06" y="0"/>
                      <a:pt x="106" y="0"/>
                      <a:pt x="106" y="0"/>
                    </a:cubicBezTo>
                    <a:cubicBezTo>
                      <a:pt x="107" y="0"/>
                      <a:pt x="107" y="1"/>
                      <a:pt x="107" y="1"/>
                    </a:cubicBezTo>
                    <a:lnTo>
                      <a:pt x="107" y="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Freeform 120">
                <a:extLst>
                  <a:ext uri="{FF2B5EF4-FFF2-40B4-BE49-F238E27FC236}">
                    <a16:creationId xmlns:a16="http://schemas.microsoft.com/office/drawing/2014/main" id="{658CE073-9F2D-4E63-B8BB-B0D212ABC79B}"/>
                  </a:ext>
                </a:extLst>
              </p:cNvPr>
              <p:cNvSpPr/>
              <p:nvPr/>
            </p:nvSpPr>
            <p:spPr bwMode="auto">
              <a:xfrm>
                <a:off x="5268016" y="2152918"/>
                <a:ext cx="111899" cy="98988"/>
              </a:xfrm>
              <a:custGeom>
                <a:avLst/>
                <a:gdLst>
                  <a:gd name="T0" fmla="*/ 0 w 36"/>
                  <a:gd name="T1" fmla="*/ 32 h 32"/>
                  <a:gd name="T2" fmla="*/ 0 w 36"/>
                  <a:gd name="T3" fmla="*/ 1 h 32"/>
                  <a:gd name="T4" fmla="*/ 36 w 36"/>
                  <a:gd name="T5" fmla="*/ 2 h 32"/>
                  <a:gd name="T6" fmla="*/ 3 w 36"/>
                  <a:gd name="T7" fmla="*/ 5 h 32"/>
                  <a:gd name="T8" fmla="*/ 0 w 36"/>
                  <a:gd name="T9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32">
                    <a:moveTo>
                      <a:pt x="0" y="32"/>
                    </a:moveTo>
                    <a:cubicBezTo>
                      <a:pt x="0" y="32"/>
                      <a:pt x="0" y="3"/>
                      <a:pt x="0" y="1"/>
                    </a:cubicBezTo>
                    <a:cubicBezTo>
                      <a:pt x="1" y="0"/>
                      <a:pt x="36" y="2"/>
                      <a:pt x="36" y="2"/>
                    </a:cubicBezTo>
                    <a:cubicBezTo>
                      <a:pt x="36" y="2"/>
                      <a:pt x="4" y="3"/>
                      <a:pt x="3" y="5"/>
                    </a:cubicBezTo>
                    <a:cubicBezTo>
                      <a:pt x="2" y="7"/>
                      <a:pt x="0" y="32"/>
                      <a:pt x="0" y="3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 121">
                <a:extLst>
                  <a:ext uri="{FF2B5EF4-FFF2-40B4-BE49-F238E27FC236}">
                    <a16:creationId xmlns:a16="http://schemas.microsoft.com/office/drawing/2014/main" id="{850A1FC3-32ED-4159-AB9C-CFEEA360675C}"/>
                  </a:ext>
                </a:extLst>
              </p:cNvPr>
              <p:cNvSpPr/>
              <p:nvPr/>
            </p:nvSpPr>
            <p:spPr bwMode="auto">
              <a:xfrm>
                <a:off x="5388523" y="2211020"/>
                <a:ext cx="111899" cy="98988"/>
              </a:xfrm>
              <a:custGeom>
                <a:avLst/>
                <a:gdLst>
                  <a:gd name="T0" fmla="*/ 37 w 37"/>
                  <a:gd name="T1" fmla="*/ 0 h 32"/>
                  <a:gd name="T2" fmla="*/ 36 w 37"/>
                  <a:gd name="T3" fmla="*/ 30 h 32"/>
                  <a:gd name="T4" fmla="*/ 0 w 37"/>
                  <a:gd name="T5" fmla="*/ 30 h 32"/>
                  <a:gd name="T6" fmla="*/ 33 w 37"/>
                  <a:gd name="T7" fmla="*/ 27 h 32"/>
                  <a:gd name="T8" fmla="*/ 37 w 37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32">
                    <a:moveTo>
                      <a:pt x="37" y="0"/>
                    </a:moveTo>
                    <a:cubicBezTo>
                      <a:pt x="37" y="0"/>
                      <a:pt x="37" y="29"/>
                      <a:pt x="36" y="30"/>
                    </a:cubicBezTo>
                    <a:cubicBezTo>
                      <a:pt x="36" y="32"/>
                      <a:pt x="0" y="30"/>
                      <a:pt x="0" y="30"/>
                    </a:cubicBezTo>
                    <a:cubicBezTo>
                      <a:pt x="0" y="30"/>
                      <a:pt x="32" y="29"/>
                      <a:pt x="33" y="27"/>
                    </a:cubicBezTo>
                    <a:cubicBezTo>
                      <a:pt x="34" y="25"/>
                      <a:pt x="37" y="0"/>
                      <a:pt x="3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122">
                <a:extLst>
                  <a:ext uri="{FF2B5EF4-FFF2-40B4-BE49-F238E27FC236}">
                    <a16:creationId xmlns:a16="http://schemas.microsoft.com/office/drawing/2014/main" id="{5D78EC9F-7B24-402B-904C-DE94E50A647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43078" y="1978614"/>
                <a:ext cx="469116" cy="497091"/>
              </a:xfrm>
              <a:custGeom>
                <a:avLst/>
                <a:gdLst>
                  <a:gd name="T0" fmla="*/ 84 w 154"/>
                  <a:gd name="T1" fmla="*/ 137 h 162"/>
                  <a:gd name="T2" fmla="*/ 84 w 154"/>
                  <a:gd name="T3" fmla="*/ 130 h 162"/>
                  <a:gd name="T4" fmla="*/ 93 w 154"/>
                  <a:gd name="T5" fmla="*/ 102 h 162"/>
                  <a:gd name="T6" fmla="*/ 93 w 154"/>
                  <a:gd name="T7" fmla="*/ 84 h 162"/>
                  <a:gd name="T8" fmla="*/ 84 w 154"/>
                  <a:gd name="T9" fmla="*/ 61 h 162"/>
                  <a:gd name="T10" fmla="*/ 84 w 154"/>
                  <a:gd name="T11" fmla="*/ 54 h 162"/>
                  <a:gd name="T12" fmla="*/ 104 w 154"/>
                  <a:gd name="T13" fmla="*/ 38 h 162"/>
                  <a:gd name="T14" fmla="*/ 108 w 154"/>
                  <a:gd name="T15" fmla="*/ 30 h 162"/>
                  <a:gd name="T16" fmla="*/ 134 w 154"/>
                  <a:gd name="T17" fmla="*/ 45 h 162"/>
                  <a:gd name="T18" fmla="*/ 134 w 154"/>
                  <a:gd name="T19" fmla="*/ 28 h 162"/>
                  <a:gd name="T20" fmla="*/ 154 w 154"/>
                  <a:gd name="T21" fmla="*/ 45 h 162"/>
                  <a:gd name="T22" fmla="*/ 137 w 154"/>
                  <a:gd name="T23" fmla="*/ 22 h 162"/>
                  <a:gd name="T24" fmla="*/ 30 w 154"/>
                  <a:gd name="T25" fmla="*/ 18 h 162"/>
                  <a:gd name="T26" fmla="*/ 9 w 154"/>
                  <a:gd name="T27" fmla="*/ 43 h 162"/>
                  <a:gd name="T28" fmla="*/ 12 w 154"/>
                  <a:gd name="T29" fmla="*/ 125 h 162"/>
                  <a:gd name="T30" fmla="*/ 81 w 154"/>
                  <a:gd name="T31" fmla="*/ 162 h 162"/>
                  <a:gd name="T32" fmla="*/ 124 w 154"/>
                  <a:gd name="T33" fmla="*/ 20 h 162"/>
                  <a:gd name="T34" fmla="*/ 125 w 154"/>
                  <a:gd name="T35" fmla="*/ 20 h 162"/>
                  <a:gd name="T36" fmla="*/ 98 w 154"/>
                  <a:gd name="T37" fmla="*/ 10 h 162"/>
                  <a:gd name="T38" fmla="*/ 91 w 154"/>
                  <a:gd name="T39" fmla="*/ 11 h 162"/>
                  <a:gd name="T40" fmla="*/ 84 w 154"/>
                  <a:gd name="T41" fmla="*/ 6 h 162"/>
                  <a:gd name="T42" fmla="*/ 48 w 154"/>
                  <a:gd name="T43" fmla="*/ 22 h 162"/>
                  <a:gd name="T44" fmla="*/ 48 w 154"/>
                  <a:gd name="T45" fmla="*/ 104 h 162"/>
                  <a:gd name="T46" fmla="*/ 47 w 154"/>
                  <a:gd name="T47" fmla="*/ 84 h 162"/>
                  <a:gd name="T48" fmla="*/ 36 w 154"/>
                  <a:gd name="T49" fmla="*/ 55 h 162"/>
                  <a:gd name="T50" fmla="*/ 29 w 154"/>
                  <a:gd name="T51" fmla="*/ 78 h 162"/>
                  <a:gd name="T52" fmla="*/ 54 w 154"/>
                  <a:gd name="T53" fmla="*/ 132 h 162"/>
                  <a:gd name="T54" fmla="*/ 38 w 154"/>
                  <a:gd name="T55" fmla="*/ 113 h 162"/>
                  <a:gd name="T56" fmla="*/ 44 w 154"/>
                  <a:gd name="T57" fmla="*/ 28 h 162"/>
                  <a:gd name="T58" fmla="*/ 49 w 154"/>
                  <a:gd name="T59" fmla="*/ 52 h 162"/>
                  <a:gd name="T60" fmla="*/ 37 w 154"/>
                  <a:gd name="T61" fmla="*/ 20 h 162"/>
                  <a:gd name="T62" fmla="*/ 31 w 154"/>
                  <a:gd name="T63" fmla="*/ 25 h 162"/>
                  <a:gd name="T64" fmla="*/ 28 w 154"/>
                  <a:gd name="T65" fmla="*/ 46 h 162"/>
                  <a:gd name="T66" fmla="*/ 28 w 154"/>
                  <a:gd name="T67" fmla="*/ 28 h 162"/>
                  <a:gd name="T68" fmla="*/ 22 w 154"/>
                  <a:gd name="T69" fmla="*/ 78 h 162"/>
                  <a:gd name="T70" fmla="*/ 6 w 154"/>
                  <a:gd name="T71" fmla="*/ 84 h 162"/>
                  <a:gd name="T72" fmla="*/ 25 w 154"/>
                  <a:gd name="T73" fmla="*/ 111 h 162"/>
                  <a:gd name="T74" fmla="*/ 28 w 154"/>
                  <a:gd name="T75" fmla="*/ 134 h 162"/>
                  <a:gd name="T76" fmla="*/ 37 w 154"/>
                  <a:gd name="T77" fmla="*/ 135 h 162"/>
                  <a:gd name="T78" fmla="*/ 37 w 154"/>
                  <a:gd name="T79" fmla="*/ 142 h 162"/>
                  <a:gd name="T80" fmla="*/ 48 w 154"/>
                  <a:gd name="T81" fmla="*/ 149 h 162"/>
                  <a:gd name="T82" fmla="*/ 56 w 154"/>
                  <a:gd name="T83" fmla="*/ 138 h 162"/>
                  <a:gd name="T84" fmla="*/ 78 w 154"/>
                  <a:gd name="T85" fmla="*/ 156 h 162"/>
                  <a:gd name="T86" fmla="*/ 78 w 154"/>
                  <a:gd name="T87" fmla="*/ 137 h 162"/>
                  <a:gd name="T88" fmla="*/ 61 w 154"/>
                  <a:gd name="T89" fmla="*/ 131 h 162"/>
                  <a:gd name="T90" fmla="*/ 78 w 154"/>
                  <a:gd name="T91" fmla="*/ 108 h 162"/>
                  <a:gd name="T92" fmla="*/ 54 w 154"/>
                  <a:gd name="T93" fmla="*/ 103 h 162"/>
                  <a:gd name="T94" fmla="*/ 78 w 154"/>
                  <a:gd name="T95" fmla="*/ 101 h 162"/>
                  <a:gd name="T96" fmla="*/ 54 w 154"/>
                  <a:gd name="T97" fmla="*/ 59 h 162"/>
                  <a:gd name="T98" fmla="*/ 78 w 154"/>
                  <a:gd name="T99" fmla="*/ 54 h 162"/>
                  <a:gd name="T100" fmla="*/ 78 w 154"/>
                  <a:gd name="T101" fmla="*/ 32 h 162"/>
                  <a:gd name="T102" fmla="*/ 71 w 154"/>
                  <a:gd name="T103" fmla="*/ 11 h 162"/>
                  <a:gd name="T104" fmla="*/ 63 w 154"/>
                  <a:gd name="T105" fmla="*/ 25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54" h="162">
                    <a:moveTo>
                      <a:pt x="81" y="162"/>
                    </a:moveTo>
                    <a:cubicBezTo>
                      <a:pt x="84" y="150"/>
                      <a:pt x="84" y="150"/>
                      <a:pt x="84" y="150"/>
                    </a:cubicBezTo>
                    <a:cubicBezTo>
                      <a:pt x="84" y="137"/>
                      <a:pt x="84" y="137"/>
                      <a:pt x="84" y="137"/>
                    </a:cubicBezTo>
                    <a:cubicBezTo>
                      <a:pt x="85" y="137"/>
                      <a:pt x="86" y="137"/>
                      <a:pt x="87" y="137"/>
                    </a:cubicBezTo>
                    <a:cubicBezTo>
                      <a:pt x="89" y="130"/>
                      <a:pt x="89" y="130"/>
                      <a:pt x="89" y="130"/>
                    </a:cubicBezTo>
                    <a:cubicBezTo>
                      <a:pt x="87" y="130"/>
                      <a:pt x="86" y="130"/>
                      <a:pt x="84" y="130"/>
                    </a:cubicBezTo>
                    <a:cubicBezTo>
                      <a:pt x="84" y="108"/>
                      <a:pt x="84" y="108"/>
                      <a:pt x="84" y="108"/>
                    </a:cubicBezTo>
                    <a:cubicBezTo>
                      <a:pt x="87" y="108"/>
                      <a:pt x="90" y="108"/>
                      <a:pt x="93" y="108"/>
                    </a:cubicBezTo>
                    <a:cubicBezTo>
                      <a:pt x="93" y="102"/>
                      <a:pt x="93" y="102"/>
                      <a:pt x="93" y="102"/>
                    </a:cubicBezTo>
                    <a:cubicBezTo>
                      <a:pt x="90" y="102"/>
                      <a:pt x="87" y="101"/>
                      <a:pt x="84" y="101"/>
                    </a:cubicBezTo>
                    <a:cubicBezTo>
                      <a:pt x="84" y="84"/>
                      <a:pt x="84" y="84"/>
                      <a:pt x="84" y="84"/>
                    </a:cubicBezTo>
                    <a:cubicBezTo>
                      <a:pt x="93" y="84"/>
                      <a:pt x="93" y="84"/>
                      <a:pt x="93" y="84"/>
                    </a:cubicBezTo>
                    <a:cubicBezTo>
                      <a:pt x="93" y="78"/>
                      <a:pt x="93" y="78"/>
                      <a:pt x="93" y="78"/>
                    </a:cubicBezTo>
                    <a:cubicBezTo>
                      <a:pt x="84" y="78"/>
                      <a:pt x="84" y="78"/>
                      <a:pt x="84" y="78"/>
                    </a:cubicBezTo>
                    <a:cubicBezTo>
                      <a:pt x="84" y="61"/>
                      <a:pt x="84" y="61"/>
                      <a:pt x="84" y="61"/>
                    </a:cubicBezTo>
                    <a:cubicBezTo>
                      <a:pt x="87" y="60"/>
                      <a:pt x="90" y="60"/>
                      <a:pt x="93" y="60"/>
                    </a:cubicBezTo>
                    <a:cubicBezTo>
                      <a:pt x="93" y="54"/>
                      <a:pt x="93" y="54"/>
                      <a:pt x="93" y="54"/>
                    </a:cubicBezTo>
                    <a:cubicBezTo>
                      <a:pt x="90" y="54"/>
                      <a:pt x="87" y="54"/>
                      <a:pt x="84" y="54"/>
                    </a:cubicBezTo>
                    <a:cubicBezTo>
                      <a:pt x="84" y="32"/>
                      <a:pt x="84" y="32"/>
                      <a:pt x="84" y="32"/>
                    </a:cubicBezTo>
                    <a:cubicBezTo>
                      <a:pt x="90" y="32"/>
                      <a:pt x="96" y="31"/>
                      <a:pt x="101" y="31"/>
                    </a:cubicBezTo>
                    <a:cubicBezTo>
                      <a:pt x="102" y="33"/>
                      <a:pt x="103" y="35"/>
                      <a:pt x="104" y="38"/>
                    </a:cubicBezTo>
                    <a:cubicBezTo>
                      <a:pt x="104" y="40"/>
                      <a:pt x="105" y="42"/>
                      <a:pt x="105" y="45"/>
                    </a:cubicBezTo>
                    <a:cubicBezTo>
                      <a:pt x="112" y="45"/>
                      <a:pt x="112" y="45"/>
                      <a:pt x="112" y="45"/>
                    </a:cubicBezTo>
                    <a:cubicBezTo>
                      <a:pt x="111" y="39"/>
                      <a:pt x="109" y="34"/>
                      <a:pt x="108" y="30"/>
                    </a:cubicBezTo>
                    <a:cubicBezTo>
                      <a:pt x="111" y="29"/>
                      <a:pt x="115" y="29"/>
                      <a:pt x="118" y="28"/>
                    </a:cubicBezTo>
                    <a:cubicBezTo>
                      <a:pt x="122" y="33"/>
                      <a:pt x="125" y="39"/>
                      <a:pt x="127" y="45"/>
                    </a:cubicBezTo>
                    <a:cubicBezTo>
                      <a:pt x="134" y="45"/>
                      <a:pt x="134" y="45"/>
                      <a:pt x="134" y="45"/>
                    </a:cubicBezTo>
                    <a:cubicBezTo>
                      <a:pt x="131" y="38"/>
                      <a:pt x="128" y="32"/>
                      <a:pt x="125" y="26"/>
                    </a:cubicBezTo>
                    <a:cubicBezTo>
                      <a:pt x="127" y="26"/>
                      <a:pt x="129" y="25"/>
                      <a:pt x="131" y="25"/>
                    </a:cubicBezTo>
                    <a:cubicBezTo>
                      <a:pt x="132" y="26"/>
                      <a:pt x="133" y="27"/>
                      <a:pt x="134" y="28"/>
                    </a:cubicBezTo>
                    <a:cubicBezTo>
                      <a:pt x="138" y="32"/>
                      <a:pt x="142" y="36"/>
                      <a:pt x="145" y="41"/>
                    </a:cubicBezTo>
                    <a:cubicBezTo>
                      <a:pt x="142" y="42"/>
                      <a:pt x="140" y="44"/>
                      <a:pt x="137" y="45"/>
                    </a:cubicBezTo>
                    <a:cubicBezTo>
                      <a:pt x="154" y="45"/>
                      <a:pt x="154" y="45"/>
                      <a:pt x="154" y="45"/>
                    </a:cubicBezTo>
                    <a:cubicBezTo>
                      <a:pt x="154" y="44"/>
                      <a:pt x="153" y="43"/>
                      <a:pt x="153" y="43"/>
                    </a:cubicBezTo>
                    <a:cubicBezTo>
                      <a:pt x="152" y="41"/>
                      <a:pt x="151" y="39"/>
                      <a:pt x="150" y="37"/>
                    </a:cubicBezTo>
                    <a:cubicBezTo>
                      <a:pt x="146" y="32"/>
                      <a:pt x="142" y="27"/>
                      <a:pt x="137" y="22"/>
                    </a:cubicBezTo>
                    <a:cubicBezTo>
                      <a:pt x="136" y="21"/>
                      <a:pt x="134" y="19"/>
                      <a:pt x="132" y="18"/>
                    </a:cubicBezTo>
                    <a:cubicBezTo>
                      <a:pt x="118" y="6"/>
                      <a:pt x="100" y="0"/>
                      <a:pt x="81" y="0"/>
                    </a:cubicBezTo>
                    <a:cubicBezTo>
                      <a:pt x="62" y="0"/>
                      <a:pt x="44" y="6"/>
                      <a:pt x="30" y="18"/>
                    </a:cubicBezTo>
                    <a:cubicBezTo>
                      <a:pt x="28" y="19"/>
                      <a:pt x="26" y="21"/>
                      <a:pt x="25" y="22"/>
                    </a:cubicBezTo>
                    <a:cubicBezTo>
                      <a:pt x="20" y="27"/>
                      <a:pt x="16" y="32"/>
                      <a:pt x="12" y="37"/>
                    </a:cubicBezTo>
                    <a:cubicBezTo>
                      <a:pt x="11" y="39"/>
                      <a:pt x="10" y="41"/>
                      <a:pt x="9" y="43"/>
                    </a:cubicBezTo>
                    <a:cubicBezTo>
                      <a:pt x="3" y="54"/>
                      <a:pt x="0" y="67"/>
                      <a:pt x="0" y="81"/>
                    </a:cubicBezTo>
                    <a:cubicBezTo>
                      <a:pt x="0" y="95"/>
                      <a:pt x="3" y="108"/>
                      <a:pt x="9" y="119"/>
                    </a:cubicBezTo>
                    <a:cubicBezTo>
                      <a:pt x="10" y="121"/>
                      <a:pt x="11" y="123"/>
                      <a:pt x="12" y="125"/>
                    </a:cubicBezTo>
                    <a:cubicBezTo>
                      <a:pt x="16" y="130"/>
                      <a:pt x="20" y="135"/>
                      <a:pt x="25" y="140"/>
                    </a:cubicBezTo>
                    <a:cubicBezTo>
                      <a:pt x="26" y="141"/>
                      <a:pt x="28" y="143"/>
                      <a:pt x="30" y="144"/>
                    </a:cubicBezTo>
                    <a:cubicBezTo>
                      <a:pt x="44" y="156"/>
                      <a:pt x="62" y="162"/>
                      <a:pt x="81" y="162"/>
                    </a:cubicBezTo>
                    <a:cubicBezTo>
                      <a:pt x="81" y="162"/>
                      <a:pt x="81" y="162"/>
                      <a:pt x="81" y="162"/>
                    </a:cubicBezTo>
                    <a:close/>
                    <a:moveTo>
                      <a:pt x="125" y="20"/>
                    </a:moveTo>
                    <a:cubicBezTo>
                      <a:pt x="125" y="20"/>
                      <a:pt x="124" y="20"/>
                      <a:pt x="124" y="20"/>
                    </a:cubicBezTo>
                    <a:cubicBezTo>
                      <a:pt x="123" y="21"/>
                      <a:pt x="122" y="21"/>
                      <a:pt x="121" y="21"/>
                    </a:cubicBezTo>
                    <a:cubicBezTo>
                      <a:pt x="119" y="18"/>
                      <a:pt x="116" y="16"/>
                      <a:pt x="114" y="13"/>
                    </a:cubicBezTo>
                    <a:cubicBezTo>
                      <a:pt x="118" y="15"/>
                      <a:pt x="121" y="17"/>
                      <a:pt x="125" y="20"/>
                    </a:cubicBezTo>
                    <a:close/>
                    <a:moveTo>
                      <a:pt x="114" y="22"/>
                    </a:moveTo>
                    <a:cubicBezTo>
                      <a:pt x="111" y="23"/>
                      <a:pt x="108" y="23"/>
                      <a:pt x="106" y="24"/>
                    </a:cubicBezTo>
                    <a:cubicBezTo>
                      <a:pt x="103" y="18"/>
                      <a:pt x="101" y="14"/>
                      <a:pt x="98" y="10"/>
                    </a:cubicBezTo>
                    <a:cubicBezTo>
                      <a:pt x="104" y="13"/>
                      <a:pt x="109" y="17"/>
                      <a:pt x="114" y="22"/>
                    </a:cubicBezTo>
                    <a:close/>
                    <a:moveTo>
                      <a:pt x="84" y="6"/>
                    </a:moveTo>
                    <a:cubicBezTo>
                      <a:pt x="86" y="7"/>
                      <a:pt x="89" y="9"/>
                      <a:pt x="91" y="11"/>
                    </a:cubicBezTo>
                    <a:cubicBezTo>
                      <a:pt x="94" y="14"/>
                      <a:pt x="97" y="19"/>
                      <a:pt x="99" y="25"/>
                    </a:cubicBezTo>
                    <a:cubicBezTo>
                      <a:pt x="94" y="25"/>
                      <a:pt x="89" y="25"/>
                      <a:pt x="84" y="25"/>
                    </a:cubicBezTo>
                    <a:lnTo>
                      <a:pt x="84" y="6"/>
                    </a:lnTo>
                    <a:close/>
                    <a:moveTo>
                      <a:pt x="64" y="10"/>
                    </a:moveTo>
                    <a:cubicBezTo>
                      <a:pt x="61" y="14"/>
                      <a:pt x="59" y="18"/>
                      <a:pt x="56" y="24"/>
                    </a:cubicBezTo>
                    <a:cubicBezTo>
                      <a:pt x="54" y="23"/>
                      <a:pt x="51" y="23"/>
                      <a:pt x="48" y="22"/>
                    </a:cubicBezTo>
                    <a:cubicBezTo>
                      <a:pt x="53" y="17"/>
                      <a:pt x="58" y="13"/>
                      <a:pt x="64" y="10"/>
                    </a:cubicBezTo>
                    <a:close/>
                    <a:moveTo>
                      <a:pt x="47" y="84"/>
                    </a:moveTo>
                    <a:cubicBezTo>
                      <a:pt x="47" y="91"/>
                      <a:pt x="48" y="98"/>
                      <a:pt x="48" y="104"/>
                    </a:cubicBezTo>
                    <a:cubicBezTo>
                      <a:pt x="42" y="105"/>
                      <a:pt x="37" y="107"/>
                      <a:pt x="32" y="108"/>
                    </a:cubicBezTo>
                    <a:cubicBezTo>
                      <a:pt x="30" y="101"/>
                      <a:pt x="29" y="92"/>
                      <a:pt x="29" y="84"/>
                    </a:cubicBezTo>
                    <a:lnTo>
                      <a:pt x="47" y="84"/>
                    </a:lnTo>
                    <a:close/>
                    <a:moveTo>
                      <a:pt x="29" y="78"/>
                    </a:moveTo>
                    <a:cubicBezTo>
                      <a:pt x="29" y="69"/>
                      <a:pt x="30" y="61"/>
                      <a:pt x="32" y="54"/>
                    </a:cubicBezTo>
                    <a:cubicBezTo>
                      <a:pt x="33" y="54"/>
                      <a:pt x="35" y="55"/>
                      <a:pt x="36" y="55"/>
                    </a:cubicBezTo>
                    <a:cubicBezTo>
                      <a:pt x="40" y="56"/>
                      <a:pt x="44" y="57"/>
                      <a:pt x="48" y="58"/>
                    </a:cubicBezTo>
                    <a:cubicBezTo>
                      <a:pt x="48" y="64"/>
                      <a:pt x="47" y="71"/>
                      <a:pt x="47" y="78"/>
                    </a:cubicBezTo>
                    <a:lnTo>
                      <a:pt x="29" y="78"/>
                    </a:lnTo>
                    <a:close/>
                    <a:moveTo>
                      <a:pt x="38" y="113"/>
                    </a:moveTo>
                    <a:cubicBezTo>
                      <a:pt x="42" y="112"/>
                      <a:pt x="45" y="111"/>
                      <a:pt x="49" y="110"/>
                    </a:cubicBezTo>
                    <a:cubicBezTo>
                      <a:pt x="50" y="118"/>
                      <a:pt x="52" y="126"/>
                      <a:pt x="54" y="132"/>
                    </a:cubicBezTo>
                    <a:cubicBezTo>
                      <a:pt x="51" y="133"/>
                      <a:pt x="47" y="133"/>
                      <a:pt x="44" y="134"/>
                    </a:cubicBezTo>
                    <a:cubicBezTo>
                      <a:pt x="40" y="128"/>
                      <a:pt x="36" y="121"/>
                      <a:pt x="34" y="114"/>
                    </a:cubicBezTo>
                    <a:cubicBezTo>
                      <a:pt x="35" y="114"/>
                      <a:pt x="37" y="113"/>
                      <a:pt x="38" y="113"/>
                    </a:cubicBezTo>
                    <a:close/>
                    <a:moveTo>
                      <a:pt x="49" y="52"/>
                    </a:moveTo>
                    <a:cubicBezTo>
                      <a:pt x="44" y="51"/>
                      <a:pt x="38" y="49"/>
                      <a:pt x="34" y="48"/>
                    </a:cubicBezTo>
                    <a:cubicBezTo>
                      <a:pt x="36" y="40"/>
                      <a:pt x="40" y="34"/>
                      <a:pt x="44" y="28"/>
                    </a:cubicBezTo>
                    <a:cubicBezTo>
                      <a:pt x="47" y="29"/>
                      <a:pt x="51" y="29"/>
                      <a:pt x="54" y="30"/>
                    </a:cubicBezTo>
                    <a:cubicBezTo>
                      <a:pt x="54" y="32"/>
                      <a:pt x="53" y="34"/>
                      <a:pt x="52" y="36"/>
                    </a:cubicBezTo>
                    <a:cubicBezTo>
                      <a:pt x="51" y="41"/>
                      <a:pt x="50" y="46"/>
                      <a:pt x="49" y="52"/>
                    </a:cubicBezTo>
                    <a:close/>
                    <a:moveTo>
                      <a:pt x="48" y="13"/>
                    </a:moveTo>
                    <a:cubicBezTo>
                      <a:pt x="46" y="16"/>
                      <a:pt x="43" y="18"/>
                      <a:pt x="41" y="21"/>
                    </a:cubicBezTo>
                    <a:cubicBezTo>
                      <a:pt x="40" y="21"/>
                      <a:pt x="38" y="20"/>
                      <a:pt x="37" y="20"/>
                    </a:cubicBezTo>
                    <a:cubicBezTo>
                      <a:pt x="41" y="17"/>
                      <a:pt x="44" y="15"/>
                      <a:pt x="48" y="13"/>
                    </a:cubicBezTo>
                    <a:close/>
                    <a:moveTo>
                      <a:pt x="28" y="28"/>
                    </a:moveTo>
                    <a:cubicBezTo>
                      <a:pt x="29" y="27"/>
                      <a:pt x="30" y="26"/>
                      <a:pt x="31" y="25"/>
                    </a:cubicBezTo>
                    <a:cubicBezTo>
                      <a:pt x="33" y="25"/>
                      <a:pt x="35" y="26"/>
                      <a:pt x="36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4" y="32"/>
                      <a:pt x="30" y="39"/>
                      <a:pt x="28" y="46"/>
                    </a:cubicBezTo>
                    <a:cubicBezTo>
                      <a:pt x="28" y="46"/>
                      <a:pt x="27" y="46"/>
                      <a:pt x="27" y="46"/>
                    </a:cubicBezTo>
                    <a:cubicBezTo>
                      <a:pt x="23" y="44"/>
                      <a:pt x="20" y="43"/>
                      <a:pt x="17" y="41"/>
                    </a:cubicBezTo>
                    <a:cubicBezTo>
                      <a:pt x="20" y="36"/>
                      <a:pt x="24" y="32"/>
                      <a:pt x="28" y="28"/>
                    </a:cubicBezTo>
                    <a:close/>
                    <a:moveTo>
                      <a:pt x="14" y="46"/>
                    </a:moveTo>
                    <a:cubicBezTo>
                      <a:pt x="18" y="48"/>
                      <a:pt x="22" y="50"/>
                      <a:pt x="26" y="52"/>
                    </a:cubicBezTo>
                    <a:cubicBezTo>
                      <a:pt x="24" y="60"/>
                      <a:pt x="23" y="69"/>
                      <a:pt x="22" y="78"/>
                    </a:cubicBezTo>
                    <a:cubicBezTo>
                      <a:pt x="6" y="78"/>
                      <a:pt x="6" y="78"/>
                      <a:pt x="6" y="78"/>
                    </a:cubicBezTo>
                    <a:cubicBezTo>
                      <a:pt x="6" y="67"/>
                      <a:pt x="9" y="56"/>
                      <a:pt x="14" y="46"/>
                    </a:cubicBezTo>
                    <a:close/>
                    <a:moveTo>
                      <a:pt x="6" y="84"/>
                    </a:moveTo>
                    <a:cubicBezTo>
                      <a:pt x="22" y="84"/>
                      <a:pt x="22" y="84"/>
                      <a:pt x="22" y="84"/>
                    </a:cubicBezTo>
                    <a:cubicBezTo>
                      <a:pt x="23" y="93"/>
                      <a:pt x="24" y="102"/>
                      <a:pt x="26" y="110"/>
                    </a:cubicBezTo>
                    <a:cubicBezTo>
                      <a:pt x="26" y="110"/>
                      <a:pt x="25" y="110"/>
                      <a:pt x="25" y="111"/>
                    </a:cubicBezTo>
                    <a:cubicBezTo>
                      <a:pt x="21" y="112"/>
                      <a:pt x="17" y="114"/>
                      <a:pt x="14" y="116"/>
                    </a:cubicBezTo>
                    <a:cubicBezTo>
                      <a:pt x="9" y="106"/>
                      <a:pt x="6" y="95"/>
                      <a:pt x="6" y="84"/>
                    </a:cubicBezTo>
                    <a:close/>
                    <a:moveTo>
                      <a:pt x="28" y="134"/>
                    </a:moveTo>
                    <a:cubicBezTo>
                      <a:pt x="24" y="130"/>
                      <a:pt x="20" y="126"/>
                      <a:pt x="17" y="121"/>
                    </a:cubicBezTo>
                    <a:cubicBezTo>
                      <a:pt x="20" y="119"/>
                      <a:pt x="24" y="118"/>
                      <a:pt x="28" y="116"/>
                    </a:cubicBezTo>
                    <a:cubicBezTo>
                      <a:pt x="30" y="123"/>
                      <a:pt x="34" y="130"/>
                      <a:pt x="37" y="135"/>
                    </a:cubicBezTo>
                    <a:cubicBezTo>
                      <a:pt x="35" y="136"/>
                      <a:pt x="33" y="137"/>
                      <a:pt x="31" y="137"/>
                    </a:cubicBezTo>
                    <a:cubicBezTo>
                      <a:pt x="30" y="136"/>
                      <a:pt x="29" y="135"/>
                      <a:pt x="28" y="134"/>
                    </a:cubicBezTo>
                    <a:close/>
                    <a:moveTo>
                      <a:pt x="37" y="142"/>
                    </a:moveTo>
                    <a:cubicBezTo>
                      <a:pt x="37" y="142"/>
                      <a:pt x="38" y="142"/>
                      <a:pt x="38" y="142"/>
                    </a:cubicBezTo>
                    <a:cubicBezTo>
                      <a:pt x="39" y="141"/>
                      <a:pt x="40" y="141"/>
                      <a:pt x="41" y="141"/>
                    </a:cubicBezTo>
                    <a:cubicBezTo>
                      <a:pt x="43" y="144"/>
                      <a:pt x="46" y="146"/>
                      <a:pt x="48" y="149"/>
                    </a:cubicBezTo>
                    <a:cubicBezTo>
                      <a:pt x="44" y="147"/>
                      <a:pt x="41" y="145"/>
                      <a:pt x="37" y="142"/>
                    </a:cubicBezTo>
                    <a:close/>
                    <a:moveTo>
                      <a:pt x="48" y="139"/>
                    </a:moveTo>
                    <a:cubicBezTo>
                      <a:pt x="51" y="139"/>
                      <a:pt x="54" y="138"/>
                      <a:pt x="56" y="138"/>
                    </a:cubicBezTo>
                    <a:cubicBezTo>
                      <a:pt x="59" y="144"/>
                      <a:pt x="61" y="148"/>
                      <a:pt x="64" y="152"/>
                    </a:cubicBezTo>
                    <a:cubicBezTo>
                      <a:pt x="58" y="149"/>
                      <a:pt x="53" y="145"/>
                      <a:pt x="48" y="139"/>
                    </a:cubicBezTo>
                    <a:close/>
                    <a:moveTo>
                      <a:pt x="78" y="156"/>
                    </a:moveTo>
                    <a:cubicBezTo>
                      <a:pt x="76" y="155"/>
                      <a:pt x="73" y="153"/>
                      <a:pt x="71" y="151"/>
                    </a:cubicBezTo>
                    <a:cubicBezTo>
                      <a:pt x="68" y="148"/>
                      <a:pt x="65" y="143"/>
                      <a:pt x="63" y="137"/>
                    </a:cubicBezTo>
                    <a:cubicBezTo>
                      <a:pt x="68" y="137"/>
                      <a:pt x="73" y="137"/>
                      <a:pt x="78" y="137"/>
                    </a:cubicBezTo>
                    <a:lnTo>
                      <a:pt x="78" y="156"/>
                    </a:lnTo>
                    <a:close/>
                    <a:moveTo>
                      <a:pt x="78" y="130"/>
                    </a:moveTo>
                    <a:cubicBezTo>
                      <a:pt x="72" y="130"/>
                      <a:pt x="66" y="131"/>
                      <a:pt x="61" y="131"/>
                    </a:cubicBezTo>
                    <a:cubicBezTo>
                      <a:pt x="60" y="129"/>
                      <a:pt x="59" y="127"/>
                      <a:pt x="58" y="124"/>
                    </a:cubicBezTo>
                    <a:cubicBezTo>
                      <a:pt x="57" y="119"/>
                      <a:pt x="56" y="114"/>
                      <a:pt x="55" y="109"/>
                    </a:cubicBezTo>
                    <a:cubicBezTo>
                      <a:pt x="62" y="108"/>
                      <a:pt x="70" y="108"/>
                      <a:pt x="78" y="108"/>
                    </a:cubicBezTo>
                    <a:lnTo>
                      <a:pt x="78" y="130"/>
                    </a:lnTo>
                    <a:close/>
                    <a:moveTo>
                      <a:pt x="78" y="101"/>
                    </a:moveTo>
                    <a:cubicBezTo>
                      <a:pt x="70" y="102"/>
                      <a:pt x="62" y="102"/>
                      <a:pt x="54" y="103"/>
                    </a:cubicBezTo>
                    <a:cubicBezTo>
                      <a:pt x="54" y="97"/>
                      <a:pt x="53" y="91"/>
                      <a:pt x="53" y="84"/>
                    </a:cubicBezTo>
                    <a:cubicBezTo>
                      <a:pt x="78" y="84"/>
                      <a:pt x="78" y="84"/>
                      <a:pt x="78" y="84"/>
                    </a:cubicBezTo>
                    <a:lnTo>
                      <a:pt x="78" y="101"/>
                    </a:lnTo>
                    <a:close/>
                    <a:moveTo>
                      <a:pt x="78" y="78"/>
                    </a:moveTo>
                    <a:cubicBezTo>
                      <a:pt x="53" y="78"/>
                      <a:pt x="53" y="78"/>
                      <a:pt x="53" y="78"/>
                    </a:cubicBezTo>
                    <a:cubicBezTo>
                      <a:pt x="53" y="71"/>
                      <a:pt x="54" y="65"/>
                      <a:pt x="54" y="59"/>
                    </a:cubicBezTo>
                    <a:cubicBezTo>
                      <a:pt x="62" y="60"/>
                      <a:pt x="70" y="60"/>
                      <a:pt x="78" y="61"/>
                    </a:cubicBezTo>
                    <a:lnTo>
                      <a:pt x="78" y="78"/>
                    </a:lnTo>
                    <a:close/>
                    <a:moveTo>
                      <a:pt x="78" y="54"/>
                    </a:moveTo>
                    <a:cubicBezTo>
                      <a:pt x="70" y="54"/>
                      <a:pt x="62" y="54"/>
                      <a:pt x="55" y="53"/>
                    </a:cubicBezTo>
                    <a:cubicBezTo>
                      <a:pt x="57" y="44"/>
                      <a:pt x="58" y="37"/>
                      <a:pt x="61" y="31"/>
                    </a:cubicBezTo>
                    <a:cubicBezTo>
                      <a:pt x="66" y="31"/>
                      <a:pt x="72" y="32"/>
                      <a:pt x="78" y="32"/>
                    </a:cubicBezTo>
                    <a:lnTo>
                      <a:pt x="78" y="54"/>
                    </a:lnTo>
                    <a:close/>
                    <a:moveTo>
                      <a:pt x="63" y="25"/>
                    </a:moveTo>
                    <a:cubicBezTo>
                      <a:pt x="65" y="19"/>
                      <a:pt x="68" y="14"/>
                      <a:pt x="71" y="11"/>
                    </a:cubicBezTo>
                    <a:cubicBezTo>
                      <a:pt x="73" y="9"/>
                      <a:pt x="76" y="7"/>
                      <a:pt x="78" y="6"/>
                    </a:cubicBezTo>
                    <a:cubicBezTo>
                      <a:pt x="78" y="25"/>
                      <a:pt x="78" y="25"/>
                      <a:pt x="78" y="25"/>
                    </a:cubicBezTo>
                    <a:cubicBezTo>
                      <a:pt x="73" y="25"/>
                      <a:pt x="68" y="25"/>
                      <a:pt x="63" y="2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/>
              </a:p>
            </p:txBody>
          </p: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5F0252B4-A714-4D6A-9BF4-83035C9EB86A}"/>
                </a:ext>
              </a:extLst>
            </p:cNvPr>
            <p:cNvGrpSpPr/>
            <p:nvPr/>
          </p:nvGrpSpPr>
          <p:grpSpPr>
            <a:xfrm>
              <a:off x="6653514" y="2052764"/>
              <a:ext cx="520773" cy="433907"/>
              <a:chOff x="4943078" y="1978614"/>
              <a:chExt cx="613294" cy="501395"/>
            </a:xfrm>
          </p:grpSpPr>
          <p:sp>
            <p:nvSpPr>
              <p:cNvPr id="32" name="Freeform 117">
                <a:extLst>
                  <a:ext uri="{FF2B5EF4-FFF2-40B4-BE49-F238E27FC236}">
                    <a16:creationId xmlns:a16="http://schemas.microsoft.com/office/drawing/2014/main" id="{A79A53BC-4C9D-4E16-9C11-0216BEB8BC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07763" y="2337982"/>
                <a:ext cx="348609" cy="137722"/>
              </a:xfrm>
              <a:custGeom>
                <a:avLst/>
                <a:gdLst>
                  <a:gd name="T0" fmla="*/ 105 w 114"/>
                  <a:gd name="T1" fmla="*/ 4 h 45"/>
                  <a:gd name="T2" fmla="*/ 85 w 114"/>
                  <a:gd name="T3" fmla="*/ 4 h 45"/>
                  <a:gd name="T4" fmla="*/ 69 w 114"/>
                  <a:gd name="T5" fmla="*/ 11 h 45"/>
                  <a:gd name="T6" fmla="*/ 64 w 114"/>
                  <a:gd name="T7" fmla="*/ 12 h 45"/>
                  <a:gd name="T8" fmla="*/ 69 w 114"/>
                  <a:gd name="T9" fmla="*/ 20 h 45"/>
                  <a:gd name="T10" fmla="*/ 65 w 114"/>
                  <a:gd name="T11" fmla="*/ 27 h 45"/>
                  <a:gd name="T12" fmla="*/ 58 w 114"/>
                  <a:gd name="T13" fmla="*/ 8 h 45"/>
                  <a:gd name="T14" fmla="*/ 63 w 114"/>
                  <a:gd name="T15" fmla="*/ 15 h 45"/>
                  <a:gd name="T16" fmla="*/ 58 w 114"/>
                  <a:gd name="T17" fmla="*/ 16 h 45"/>
                  <a:gd name="T18" fmla="*/ 63 w 114"/>
                  <a:gd name="T19" fmla="*/ 24 h 45"/>
                  <a:gd name="T20" fmla="*/ 58 w 114"/>
                  <a:gd name="T21" fmla="*/ 30 h 45"/>
                  <a:gd name="T22" fmla="*/ 52 w 114"/>
                  <a:gd name="T23" fmla="*/ 12 h 45"/>
                  <a:gd name="T24" fmla="*/ 56 w 114"/>
                  <a:gd name="T25" fmla="*/ 19 h 45"/>
                  <a:gd name="T26" fmla="*/ 52 w 114"/>
                  <a:gd name="T27" fmla="*/ 20 h 45"/>
                  <a:gd name="T28" fmla="*/ 56 w 114"/>
                  <a:gd name="T29" fmla="*/ 28 h 45"/>
                  <a:gd name="T30" fmla="*/ 46 w 114"/>
                  <a:gd name="T31" fmla="*/ 11 h 45"/>
                  <a:gd name="T32" fmla="*/ 45 w 114"/>
                  <a:gd name="T33" fmla="*/ 16 h 45"/>
                  <a:gd name="T34" fmla="*/ 50 w 114"/>
                  <a:gd name="T35" fmla="*/ 23 h 45"/>
                  <a:gd name="T36" fmla="*/ 45 w 114"/>
                  <a:gd name="T37" fmla="*/ 24 h 45"/>
                  <a:gd name="T38" fmla="*/ 17 w 114"/>
                  <a:gd name="T39" fmla="*/ 30 h 45"/>
                  <a:gd name="T40" fmla="*/ 23 w 114"/>
                  <a:gd name="T41" fmla="*/ 24 h 45"/>
                  <a:gd name="T42" fmla="*/ 24 w 114"/>
                  <a:gd name="T43" fmla="*/ 19 h 45"/>
                  <a:gd name="T44" fmla="*/ 21 w 114"/>
                  <a:gd name="T45" fmla="*/ 12 h 45"/>
                  <a:gd name="T46" fmla="*/ 25 w 114"/>
                  <a:gd name="T47" fmla="*/ 11 h 45"/>
                  <a:gd name="T48" fmla="*/ 25 w 114"/>
                  <a:gd name="T49" fmla="*/ 26 h 45"/>
                  <a:gd name="T50" fmla="*/ 30 w 114"/>
                  <a:gd name="T51" fmla="*/ 20 h 45"/>
                  <a:gd name="T52" fmla="*/ 31 w 114"/>
                  <a:gd name="T53" fmla="*/ 15 h 45"/>
                  <a:gd name="T54" fmla="*/ 28 w 114"/>
                  <a:gd name="T55" fmla="*/ 8 h 45"/>
                  <a:gd name="T56" fmla="*/ 36 w 114"/>
                  <a:gd name="T57" fmla="*/ 30 h 45"/>
                  <a:gd name="T58" fmla="*/ 32 w 114"/>
                  <a:gd name="T59" fmla="*/ 22 h 45"/>
                  <a:gd name="T60" fmla="*/ 37 w 114"/>
                  <a:gd name="T61" fmla="*/ 16 h 45"/>
                  <a:gd name="T62" fmla="*/ 38 w 114"/>
                  <a:gd name="T63" fmla="*/ 11 h 45"/>
                  <a:gd name="T64" fmla="*/ 38 w 114"/>
                  <a:gd name="T65" fmla="*/ 28 h 45"/>
                  <a:gd name="T66" fmla="*/ 43 w 114"/>
                  <a:gd name="T67" fmla="*/ 26 h 45"/>
                  <a:gd name="T68" fmla="*/ 39 w 114"/>
                  <a:gd name="T69" fmla="*/ 19 h 45"/>
                  <a:gd name="T70" fmla="*/ 44 w 114"/>
                  <a:gd name="T71" fmla="*/ 12 h 45"/>
                  <a:gd name="T72" fmla="*/ 71 w 114"/>
                  <a:gd name="T73" fmla="*/ 43 h 45"/>
                  <a:gd name="T74" fmla="*/ 71 w 114"/>
                  <a:gd name="T75" fmla="*/ 33 h 45"/>
                  <a:gd name="T76" fmla="*/ 76 w 114"/>
                  <a:gd name="T77" fmla="*/ 27 h 45"/>
                  <a:gd name="T78" fmla="*/ 71 w 114"/>
                  <a:gd name="T79" fmla="*/ 20 h 45"/>
                  <a:gd name="T80" fmla="*/ 76 w 114"/>
                  <a:gd name="T81" fmla="*/ 19 h 45"/>
                  <a:gd name="T82" fmla="*/ 71 w 114"/>
                  <a:gd name="T83" fmla="*/ 11 h 45"/>
                  <a:gd name="T84" fmla="*/ 71 w 114"/>
                  <a:gd name="T85" fmla="*/ 3 h 45"/>
                  <a:gd name="T86" fmla="*/ 79 w 114"/>
                  <a:gd name="T87" fmla="*/ 31 h 45"/>
                  <a:gd name="T88" fmla="*/ 83 w 114"/>
                  <a:gd name="T89" fmla="*/ 24 h 45"/>
                  <a:gd name="T90" fmla="*/ 82 w 114"/>
                  <a:gd name="T91" fmla="*/ 19 h 45"/>
                  <a:gd name="T92" fmla="*/ 77 w 114"/>
                  <a:gd name="T93" fmla="*/ 12 h 45"/>
                  <a:gd name="T94" fmla="*/ 81 w 114"/>
                  <a:gd name="T95" fmla="*/ 11 h 45"/>
                  <a:gd name="T96" fmla="*/ 85 w 114"/>
                  <a:gd name="T97" fmla="*/ 27 h 45"/>
                  <a:gd name="T98" fmla="*/ 89 w 114"/>
                  <a:gd name="T99" fmla="*/ 20 h 45"/>
                  <a:gd name="T100" fmla="*/ 88 w 114"/>
                  <a:gd name="T101" fmla="*/ 15 h 45"/>
                  <a:gd name="T102" fmla="*/ 83 w 114"/>
                  <a:gd name="T103" fmla="*/ 8 h 45"/>
                  <a:gd name="T104" fmla="*/ 97 w 114"/>
                  <a:gd name="T105" fmla="*/ 31 h 45"/>
                  <a:gd name="T106" fmla="*/ 91 w 114"/>
                  <a:gd name="T107" fmla="*/ 23 h 45"/>
                  <a:gd name="T108" fmla="*/ 95 w 114"/>
                  <a:gd name="T109" fmla="*/ 16 h 45"/>
                  <a:gd name="T110" fmla="*/ 94 w 114"/>
                  <a:gd name="T111" fmla="*/ 11 h 45"/>
                  <a:gd name="T112" fmla="*/ 89 w 114"/>
                  <a:gd name="T113" fmla="*/ 5 h 45"/>
                  <a:gd name="T114" fmla="*/ 101 w 114"/>
                  <a:gd name="T115" fmla="*/ 4 h 45"/>
                  <a:gd name="T116" fmla="*/ 101 w 114"/>
                  <a:gd name="T117" fmla="*/ 3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14" h="45">
                    <a:moveTo>
                      <a:pt x="16" y="0"/>
                    </a:moveTo>
                    <a:cubicBezTo>
                      <a:pt x="13" y="0"/>
                      <a:pt x="11" y="2"/>
                      <a:pt x="10" y="4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0" y="43"/>
                      <a:pt x="3" y="45"/>
                      <a:pt x="6" y="45"/>
                    </a:cubicBezTo>
                    <a:cubicBezTo>
                      <a:pt x="108" y="45"/>
                      <a:pt x="108" y="45"/>
                      <a:pt x="108" y="45"/>
                    </a:cubicBezTo>
                    <a:cubicBezTo>
                      <a:pt x="112" y="45"/>
                      <a:pt x="114" y="43"/>
                      <a:pt x="113" y="41"/>
                    </a:cubicBezTo>
                    <a:cubicBezTo>
                      <a:pt x="105" y="4"/>
                      <a:pt x="105" y="4"/>
                      <a:pt x="105" y="4"/>
                    </a:cubicBezTo>
                    <a:cubicBezTo>
                      <a:pt x="104" y="2"/>
                      <a:pt x="101" y="0"/>
                      <a:pt x="99" y="0"/>
                    </a:cubicBezTo>
                    <a:lnTo>
                      <a:pt x="16" y="0"/>
                    </a:lnTo>
                    <a:close/>
                    <a:moveTo>
                      <a:pt x="79" y="3"/>
                    </a:moveTo>
                    <a:cubicBezTo>
                      <a:pt x="79" y="3"/>
                      <a:pt x="79" y="2"/>
                      <a:pt x="80" y="2"/>
                    </a:cubicBezTo>
                    <a:cubicBezTo>
                      <a:pt x="83" y="2"/>
                      <a:pt x="83" y="2"/>
                      <a:pt x="83" y="2"/>
                    </a:cubicBezTo>
                    <a:cubicBezTo>
                      <a:pt x="84" y="2"/>
                      <a:pt x="84" y="3"/>
                      <a:pt x="85" y="3"/>
                    </a:cubicBezTo>
                    <a:cubicBezTo>
                      <a:pt x="85" y="4"/>
                      <a:pt x="85" y="4"/>
                      <a:pt x="85" y="4"/>
                    </a:cubicBezTo>
                    <a:cubicBezTo>
                      <a:pt x="85" y="5"/>
                      <a:pt x="84" y="5"/>
                      <a:pt x="83" y="5"/>
                    </a:cubicBezTo>
                    <a:cubicBezTo>
                      <a:pt x="81" y="5"/>
                      <a:pt x="81" y="5"/>
                      <a:pt x="81" y="5"/>
                    </a:cubicBezTo>
                    <a:cubicBezTo>
                      <a:pt x="80" y="5"/>
                      <a:pt x="79" y="5"/>
                      <a:pt x="79" y="4"/>
                    </a:cubicBezTo>
                    <a:lnTo>
                      <a:pt x="79" y="3"/>
                    </a:lnTo>
                    <a:close/>
                    <a:moveTo>
                      <a:pt x="64" y="8"/>
                    </a:moveTo>
                    <a:cubicBezTo>
                      <a:pt x="69" y="8"/>
                      <a:pt x="69" y="8"/>
                      <a:pt x="69" y="8"/>
                    </a:cubicBezTo>
                    <a:cubicBezTo>
                      <a:pt x="69" y="11"/>
                      <a:pt x="69" y="11"/>
                      <a:pt x="69" y="11"/>
                    </a:cubicBezTo>
                    <a:cubicBezTo>
                      <a:pt x="64" y="11"/>
                      <a:pt x="64" y="11"/>
                      <a:pt x="64" y="11"/>
                    </a:cubicBezTo>
                    <a:lnTo>
                      <a:pt x="64" y="8"/>
                    </a:lnTo>
                    <a:close/>
                    <a:moveTo>
                      <a:pt x="64" y="12"/>
                    </a:moveTo>
                    <a:cubicBezTo>
                      <a:pt x="69" y="12"/>
                      <a:pt x="69" y="12"/>
                      <a:pt x="69" y="12"/>
                    </a:cubicBezTo>
                    <a:cubicBezTo>
                      <a:pt x="69" y="15"/>
                      <a:pt x="69" y="15"/>
                      <a:pt x="69" y="15"/>
                    </a:cubicBezTo>
                    <a:cubicBezTo>
                      <a:pt x="65" y="15"/>
                      <a:pt x="65" y="15"/>
                      <a:pt x="65" y="15"/>
                    </a:cubicBezTo>
                    <a:lnTo>
                      <a:pt x="64" y="12"/>
                    </a:lnTo>
                    <a:close/>
                    <a:moveTo>
                      <a:pt x="65" y="16"/>
                    </a:moveTo>
                    <a:cubicBezTo>
                      <a:pt x="69" y="16"/>
                      <a:pt x="69" y="16"/>
                      <a:pt x="69" y="16"/>
                    </a:cubicBezTo>
                    <a:cubicBezTo>
                      <a:pt x="69" y="19"/>
                      <a:pt x="69" y="19"/>
                      <a:pt x="69" y="19"/>
                    </a:cubicBezTo>
                    <a:cubicBezTo>
                      <a:pt x="65" y="19"/>
                      <a:pt x="65" y="19"/>
                      <a:pt x="65" y="19"/>
                    </a:cubicBezTo>
                    <a:lnTo>
                      <a:pt x="65" y="16"/>
                    </a:lnTo>
                    <a:close/>
                    <a:moveTo>
                      <a:pt x="65" y="20"/>
                    </a:moveTo>
                    <a:cubicBezTo>
                      <a:pt x="69" y="20"/>
                      <a:pt x="69" y="20"/>
                      <a:pt x="69" y="20"/>
                    </a:cubicBezTo>
                    <a:cubicBezTo>
                      <a:pt x="70" y="23"/>
                      <a:pt x="70" y="23"/>
                      <a:pt x="70" y="23"/>
                    </a:cubicBezTo>
                    <a:cubicBezTo>
                      <a:pt x="65" y="23"/>
                      <a:pt x="65" y="23"/>
                      <a:pt x="65" y="23"/>
                    </a:cubicBezTo>
                    <a:lnTo>
                      <a:pt x="65" y="20"/>
                    </a:lnTo>
                    <a:close/>
                    <a:moveTo>
                      <a:pt x="65" y="24"/>
                    </a:moveTo>
                    <a:cubicBezTo>
                      <a:pt x="70" y="24"/>
                      <a:pt x="70" y="24"/>
                      <a:pt x="70" y="24"/>
                    </a:cubicBezTo>
                    <a:cubicBezTo>
                      <a:pt x="70" y="27"/>
                      <a:pt x="70" y="27"/>
                      <a:pt x="70" y="27"/>
                    </a:cubicBezTo>
                    <a:cubicBezTo>
                      <a:pt x="65" y="27"/>
                      <a:pt x="65" y="27"/>
                      <a:pt x="65" y="27"/>
                    </a:cubicBezTo>
                    <a:lnTo>
                      <a:pt x="65" y="24"/>
                    </a:lnTo>
                    <a:close/>
                    <a:moveTo>
                      <a:pt x="65" y="28"/>
                    </a:moveTo>
                    <a:cubicBezTo>
                      <a:pt x="70" y="28"/>
                      <a:pt x="70" y="28"/>
                      <a:pt x="70" y="28"/>
                    </a:cubicBezTo>
                    <a:cubicBezTo>
                      <a:pt x="70" y="31"/>
                      <a:pt x="70" y="31"/>
                      <a:pt x="70" y="31"/>
                    </a:cubicBezTo>
                    <a:cubicBezTo>
                      <a:pt x="65" y="31"/>
                      <a:pt x="65" y="31"/>
                      <a:pt x="65" y="31"/>
                    </a:cubicBezTo>
                    <a:lnTo>
                      <a:pt x="65" y="28"/>
                    </a:lnTo>
                    <a:close/>
                    <a:moveTo>
                      <a:pt x="58" y="8"/>
                    </a:moveTo>
                    <a:cubicBezTo>
                      <a:pt x="63" y="8"/>
                      <a:pt x="63" y="8"/>
                      <a:pt x="63" y="8"/>
                    </a:cubicBezTo>
                    <a:cubicBezTo>
                      <a:pt x="63" y="11"/>
                      <a:pt x="63" y="11"/>
                      <a:pt x="63" y="11"/>
                    </a:cubicBezTo>
                    <a:cubicBezTo>
                      <a:pt x="58" y="11"/>
                      <a:pt x="58" y="11"/>
                      <a:pt x="58" y="11"/>
                    </a:cubicBezTo>
                    <a:lnTo>
                      <a:pt x="58" y="8"/>
                    </a:lnTo>
                    <a:close/>
                    <a:moveTo>
                      <a:pt x="58" y="12"/>
                    </a:moveTo>
                    <a:cubicBezTo>
                      <a:pt x="63" y="12"/>
                      <a:pt x="63" y="12"/>
                      <a:pt x="63" y="12"/>
                    </a:cubicBezTo>
                    <a:cubicBezTo>
                      <a:pt x="63" y="15"/>
                      <a:pt x="63" y="15"/>
                      <a:pt x="63" y="15"/>
                    </a:cubicBezTo>
                    <a:cubicBezTo>
                      <a:pt x="58" y="15"/>
                      <a:pt x="58" y="15"/>
                      <a:pt x="58" y="15"/>
                    </a:cubicBezTo>
                    <a:lnTo>
                      <a:pt x="58" y="12"/>
                    </a:lnTo>
                    <a:close/>
                    <a:moveTo>
                      <a:pt x="58" y="16"/>
                    </a:moveTo>
                    <a:cubicBezTo>
                      <a:pt x="63" y="16"/>
                      <a:pt x="63" y="16"/>
                      <a:pt x="63" y="16"/>
                    </a:cubicBezTo>
                    <a:cubicBezTo>
                      <a:pt x="63" y="19"/>
                      <a:pt x="63" y="19"/>
                      <a:pt x="63" y="19"/>
                    </a:cubicBezTo>
                    <a:cubicBezTo>
                      <a:pt x="58" y="19"/>
                      <a:pt x="58" y="19"/>
                      <a:pt x="58" y="19"/>
                    </a:cubicBezTo>
                    <a:lnTo>
                      <a:pt x="58" y="16"/>
                    </a:lnTo>
                    <a:close/>
                    <a:moveTo>
                      <a:pt x="58" y="20"/>
                    </a:moveTo>
                    <a:cubicBezTo>
                      <a:pt x="63" y="20"/>
                      <a:pt x="63" y="20"/>
                      <a:pt x="63" y="20"/>
                    </a:cubicBezTo>
                    <a:cubicBezTo>
                      <a:pt x="63" y="23"/>
                      <a:pt x="63" y="23"/>
                      <a:pt x="63" y="23"/>
                    </a:cubicBezTo>
                    <a:cubicBezTo>
                      <a:pt x="58" y="23"/>
                      <a:pt x="58" y="23"/>
                      <a:pt x="58" y="23"/>
                    </a:cubicBezTo>
                    <a:lnTo>
                      <a:pt x="58" y="20"/>
                    </a:lnTo>
                    <a:close/>
                    <a:moveTo>
                      <a:pt x="58" y="24"/>
                    </a:moveTo>
                    <a:cubicBezTo>
                      <a:pt x="63" y="24"/>
                      <a:pt x="63" y="24"/>
                      <a:pt x="63" y="24"/>
                    </a:cubicBezTo>
                    <a:cubicBezTo>
                      <a:pt x="63" y="27"/>
                      <a:pt x="63" y="27"/>
                      <a:pt x="63" y="27"/>
                    </a:cubicBezTo>
                    <a:cubicBezTo>
                      <a:pt x="58" y="27"/>
                      <a:pt x="58" y="27"/>
                      <a:pt x="58" y="27"/>
                    </a:cubicBezTo>
                    <a:lnTo>
                      <a:pt x="58" y="24"/>
                    </a:lnTo>
                    <a:close/>
                    <a:moveTo>
                      <a:pt x="58" y="28"/>
                    </a:moveTo>
                    <a:cubicBezTo>
                      <a:pt x="63" y="28"/>
                      <a:pt x="63" y="28"/>
                      <a:pt x="63" y="28"/>
                    </a:cubicBezTo>
                    <a:cubicBezTo>
                      <a:pt x="63" y="31"/>
                      <a:pt x="63" y="31"/>
                      <a:pt x="63" y="31"/>
                    </a:cubicBezTo>
                    <a:cubicBezTo>
                      <a:pt x="58" y="30"/>
                      <a:pt x="58" y="30"/>
                      <a:pt x="58" y="30"/>
                    </a:cubicBezTo>
                    <a:lnTo>
                      <a:pt x="58" y="28"/>
                    </a:lnTo>
                    <a:close/>
                    <a:moveTo>
                      <a:pt x="52" y="8"/>
                    </a:moveTo>
                    <a:cubicBezTo>
                      <a:pt x="57" y="8"/>
                      <a:pt x="57" y="8"/>
                      <a:pt x="57" y="8"/>
                    </a:cubicBezTo>
                    <a:cubicBezTo>
                      <a:pt x="57" y="11"/>
                      <a:pt x="57" y="11"/>
                      <a:pt x="57" y="11"/>
                    </a:cubicBezTo>
                    <a:cubicBezTo>
                      <a:pt x="52" y="11"/>
                      <a:pt x="52" y="11"/>
                      <a:pt x="52" y="11"/>
                    </a:cubicBezTo>
                    <a:lnTo>
                      <a:pt x="52" y="8"/>
                    </a:lnTo>
                    <a:close/>
                    <a:moveTo>
                      <a:pt x="52" y="12"/>
                    </a:moveTo>
                    <a:cubicBezTo>
                      <a:pt x="56" y="12"/>
                      <a:pt x="56" y="12"/>
                      <a:pt x="56" y="12"/>
                    </a:cubicBezTo>
                    <a:cubicBezTo>
                      <a:pt x="56" y="15"/>
                      <a:pt x="56" y="15"/>
                      <a:pt x="56" y="15"/>
                    </a:cubicBezTo>
                    <a:cubicBezTo>
                      <a:pt x="52" y="15"/>
                      <a:pt x="52" y="15"/>
                      <a:pt x="52" y="15"/>
                    </a:cubicBezTo>
                    <a:lnTo>
                      <a:pt x="52" y="12"/>
                    </a:lnTo>
                    <a:close/>
                    <a:moveTo>
                      <a:pt x="52" y="16"/>
                    </a:moveTo>
                    <a:cubicBezTo>
                      <a:pt x="56" y="16"/>
                      <a:pt x="56" y="16"/>
                      <a:pt x="56" y="16"/>
                    </a:cubicBezTo>
                    <a:cubicBezTo>
                      <a:pt x="56" y="19"/>
                      <a:pt x="56" y="19"/>
                      <a:pt x="56" y="19"/>
                    </a:cubicBezTo>
                    <a:cubicBezTo>
                      <a:pt x="52" y="19"/>
                      <a:pt x="52" y="19"/>
                      <a:pt x="52" y="19"/>
                    </a:cubicBezTo>
                    <a:lnTo>
                      <a:pt x="52" y="16"/>
                    </a:lnTo>
                    <a:close/>
                    <a:moveTo>
                      <a:pt x="52" y="20"/>
                    </a:moveTo>
                    <a:cubicBezTo>
                      <a:pt x="56" y="20"/>
                      <a:pt x="56" y="20"/>
                      <a:pt x="56" y="20"/>
                    </a:cubicBezTo>
                    <a:cubicBezTo>
                      <a:pt x="56" y="23"/>
                      <a:pt x="56" y="23"/>
                      <a:pt x="56" y="23"/>
                    </a:cubicBezTo>
                    <a:cubicBezTo>
                      <a:pt x="52" y="23"/>
                      <a:pt x="52" y="23"/>
                      <a:pt x="52" y="23"/>
                    </a:cubicBezTo>
                    <a:lnTo>
                      <a:pt x="52" y="20"/>
                    </a:lnTo>
                    <a:close/>
                    <a:moveTo>
                      <a:pt x="52" y="24"/>
                    </a:moveTo>
                    <a:cubicBezTo>
                      <a:pt x="56" y="24"/>
                      <a:pt x="56" y="24"/>
                      <a:pt x="56" y="24"/>
                    </a:cubicBezTo>
                    <a:cubicBezTo>
                      <a:pt x="56" y="27"/>
                      <a:pt x="56" y="27"/>
                      <a:pt x="56" y="27"/>
                    </a:cubicBezTo>
                    <a:cubicBezTo>
                      <a:pt x="51" y="26"/>
                      <a:pt x="51" y="26"/>
                      <a:pt x="51" y="26"/>
                    </a:cubicBezTo>
                    <a:lnTo>
                      <a:pt x="52" y="24"/>
                    </a:lnTo>
                    <a:close/>
                    <a:moveTo>
                      <a:pt x="51" y="28"/>
                    </a:moveTo>
                    <a:cubicBezTo>
                      <a:pt x="56" y="28"/>
                      <a:pt x="56" y="28"/>
                      <a:pt x="56" y="28"/>
                    </a:cubicBezTo>
                    <a:cubicBezTo>
                      <a:pt x="56" y="30"/>
                      <a:pt x="56" y="30"/>
                      <a:pt x="56" y="30"/>
                    </a:cubicBezTo>
                    <a:cubicBezTo>
                      <a:pt x="51" y="30"/>
                      <a:pt x="51" y="30"/>
                      <a:pt x="51" y="30"/>
                    </a:cubicBezTo>
                    <a:lnTo>
                      <a:pt x="51" y="28"/>
                    </a:lnTo>
                    <a:close/>
                    <a:moveTo>
                      <a:pt x="46" y="8"/>
                    </a:moveTo>
                    <a:cubicBezTo>
                      <a:pt x="50" y="8"/>
                      <a:pt x="50" y="8"/>
                      <a:pt x="50" y="8"/>
                    </a:cubicBezTo>
                    <a:cubicBezTo>
                      <a:pt x="50" y="11"/>
                      <a:pt x="50" y="11"/>
                      <a:pt x="50" y="11"/>
                    </a:cubicBezTo>
                    <a:cubicBezTo>
                      <a:pt x="46" y="11"/>
                      <a:pt x="46" y="11"/>
                      <a:pt x="46" y="11"/>
                    </a:cubicBezTo>
                    <a:lnTo>
                      <a:pt x="46" y="8"/>
                    </a:lnTo>
                    <a:close/>
                    <a:moveTo>
                      <a:pt x="46" y="12"/>
                    </a:moveTo>
                    <a:cubicBezTo>
                      <a:pt x="50" y="12"/>
                      <a:pt x="50" y="12"/>
                      <a:pt x="50" y="12"/>
                    </a:cubicBezTo>
                    <a:cubicBezTo>
                      <a:pt x="50" y="15"/>
                      <a:pt x="50" y="15"/>
                      <a:pt x="50" y="15"/>
                    </a:cubicBezTo>
                    <a:cubicBezTo>
                      <a:pt x="46" y="15"/>
                      <a:pt x="46" y="15"/>
                      <a:pt x="46" y="15"/>
                    </a:cubicBezTo>
                    <a:lnTo>
                      <a:pt x="46" y="12"/>
                    </a:lnTo>
                    <a:close/>
                    <a:moveTo>
                      <a:pt x="45" y="16"/>
                    </a:move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19"/>
                      <a:pt x="50" y="19"/>
                      <a:pt x="50" y="19"/>
                    </a:cubicBezTo>
                    <a:cubicBezTo>
                      <a:pt x="45" y="19"/>
                      <a:pt x="45" y="19"/>
                      <a:pt x="45" y="19"/>
                    </a:cubicBezTo>
                    <a:lnTo>
                      <a:pt x="45" y="16"/>
                    </a:lnTo>
                    <a:close/>
                    <a:moveTo>
                      <a:pt x="45" y="20"/>
                    </a:moveTo>
                    <a:cubicBezTo>
                      <a:pt x="50" y="20"/>
                      <a:pt x="50" y="20"/>
                      <a:pt x="50" y="20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5" y="23"/>
                      <a:pt x="45" y="23"/>
                      <a:pt x="45" y="23"/>
                    </a:cubicBezTo>
                    <a:lnTo>
                      <a:pt x="45" y="20"/>
                    </a:lnTo>
                    <a:close/>
                    <a:moveTo>
                      <a:pt x="45" y="24"/>
                    </a:moveTo>
                    <a:cubicBezTo>
                      <a:pt x="50" y="24"/>
                      <a:pt x="50" y="24"/>
                      <a:pt x="50" y="24"/>
                    </a:cubicBezTo>
                    <a:cubicBezTo>
                      <a:pt x="50" y="26"/>
                      <a:pt x="50" y="26"/>
                      <a:pt x="50" y="26"/>
                    </a:cubicBezTo>
                    <a:cubicBezTo>
                      <a:pt x="45" y="26"/>
                      <a:pt x="45" y="26"/>
                      <a:pt x="45" y="26"/>
                    </a:cubicBezTo>
                    <a:lnTo>
                      <a:pt x="45" y="24"/>
                    </a:lnTo>
                    <a:close/>
                    <a:moveTo>
                      <a:pt x="45" y="28"/>
                    </a:moveTo>
                    <a:cubicBezTo>
                      <a:pt x="50" y="28"/>
                      <a:pt x="50" y="28"/>
                      <a:pt x="50" y="28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4" y="30"/>
                      <a:pt x="44" y="30"/>
                      <a:pt x="44" y="30"/>
                    </a:cubicBezTo>
                    <a:lnTo>
                      <a:pt x="45" y="28"/>
                    </a:lnTo>
                    <a:close/>
                    <a:moveTo>
                      <a:pt x="22" y="30"/>
                    </a:move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23" y="27"/>
                      <a:pt x="23" y="27"/>
                      <a:pt x="23" y="27"/>
                    </a:cubicBezTo>
                    <a:lnTo>
                      <a:pt x="22" y="30"/>
                    </a:lnTo>
                    <a:close/>
                    <a:moveTo>
                      <a:pt x="23" y="26"/>
                    </a:moveTo>
                    <a:cubicBezTo>
                      <a:pt x="18" y="26"/>
                      <a:pt x="18" y="26"/>
                      <a:pt x="18" y="26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23" y="24"/>
                      <a:pt x="23" y="24"/>
                      <a:pt x="23" y="24"/>
                    </a:cubicBezTo>
                    <a:lnTo>
                      <a:pt x="23" y="26"/>
                    </a:lnTo>
                    <a:close/>
                    <a:moveTo>
                      <a:pt x="23" y="22"/>
                    </a:move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4" y="20"/>
                      <a:pt x="24" y="20"/>
                      <a:pt x="24" y="20"/>
                    </a:cubicBezTo>
                    <a:lnTo>
                      <a:pt x="23" y="22"/>
                    </a:lnTo>
                    <a:close/>
                    <a:moveTo>
                      <a:pt x="24" y="19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5" y="16"/>
                      <a:pt x="25" y="16"/>
                      <a:pt x="25" y="16"/>
                    </a:cubicBezTo>
                    <a:lnTo>
                      <a:pt x="24" y="19"/>
                    </a:lnTo>
                    <a:close/>
                    <a:moveTo>
                      <a:pt x="25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2"/>
                      <a:pt x="21" y="12"/>
                      <a:pt x="21" y="12"/>
                    </a:cubicBezTo>
                    <a:cubicBezTo>
                      <a:pt x="25" y="12"/>
                      <a:pt x="25" y="12"/>
                      <a:pt x="25" y="12"/>
                    </a:cubicBezTo>
                    <a:lnTo>
                      <a:pt x="25" y="15"/>
                    </a:lnTo>
                    <a:close/>
                    <a:moveTo>
                      <a:pt x="25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6" y="8"/>
                      <a:pt x="26" y="8"/>
                      <a:pt x="26" y="8"/>
                    </a:cubicBezTo>
                    <a:lnTo>
                      <a:pt x="25" y="11"/>
                    </a:lnTo>
                    <a:close/>
                    <a:moveTo>
                      <a:pt x="29" y="30"/>
                    </a:moveTo>
                    <a:cubicBezTo>
                      <a:pt x="24" y="30"/>
                      <a:pt x="24" y="30"/>
                      <a:pt x="24" y="30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29" y="28"/>
                      <a:pt x="29" y="28"/>
                      <a:pt x="29" y="28"/>
                    </a:cubicBezTo>
                    <a:lnTo>
                      <a:pt x="29" y="30"/>
                    </a:lnTo>
                    <a:close/>
                    <a:moveTo>
                      <a:pt x="29" y="26"/>
                    </a:moveTo>
                    <a:cubicBezTo>
                      <a:pt x="25" y="26"/>
                      <a:pt x="25" y="26"/>
                      <a:pt x="25" y="26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30" y="24"/>
                      <a:pt x="30" y="24"/>
                      <a:pt x="30" y="24"/>
                    </a:cubicBezTo>
                    <a:lnTo>
                      <a:pt x="29" y="26"/>
                    </a:lnTo>
                    <a:close/>
                    <a:moveTo>
                      <a:pt x="30" y="22"/>
                    </a:moveTo>
                    <a:cubicBezTo>
                      <a:pt x="25" y="22"/>
                      <a:pt x="25" y="22"/>
                      <a:pt x="25" y="22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30" y="20"/>
                      <a:pt x="30" y="20"/>
                      <a:pt x="30" y="20"/>
                    </a:cubicBezTo>
                    <a:lnTo>
                      <a:pt x="30" y="22"/>
                    </a:lnTo>
                    <a:close/>
                    <a:moveTo>
                      <a:pt x="31" y="19"/>
                    </a:move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16"/>
                      <a:pt x="26" y="16"/>
                      <a:pt x="26" y="16"/>
                    </a:cubicBezTo>
                    <a:cubicBezTo>
                      <a:pt x="31" y="16"/>
                      <a:pt x="31" y="16"/>
                      <a:pt x="31" y="16"/>
                    </a:cubicBezTo>
                    <a:lnTo>
                      <a:pt x="31" y="19"/>
                    </a:lnTo>
                    <a:close/>
                    <a:moveTo>
                      <a:pt x="31" y="15"/>
                    </a:moveTo>
                    <a:cubicBezTo>
                      <a:pt x="26" y="15"/>
                      <a:pt x="26" y="15"/>
                      <a:pt x="26" y="15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31" y="12"/>
                      <a:pt x="31" y="12"/>
                      <a:pt x="31" y="12"/>
                    </a:cubicBezTo>
                    <a:lnTo>
                      <a:pt x="31" y="15"/>
                    </a:lnTo>
                    <a:close/>
                    <a:moveTo>
                      <a:pt x="32" y="11"/>
                    </a:moveTo>
                    <a:cubicBezTo>
                      <a:pt x="27" y="11"/>
                      <a:pt x="27" y="11"/>
                      <a:pt x="27" y="11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32" y="8"/>
                      <a:pt x="32" y="8"/>
                      <a:pt x="32" y="8"/>
                    </a:cubicBezTo>
                    <a:lnTo>
                      <a:pt x="32" y="11"/>
                    </a:lnTo>
                    <a:close/>
                    <a:moveTo>
                      <a:pt x="36" y="30"/>
                    </a:moveTo>
                    <a:cubicBezTo>
                      <a:pt x="31" y="30"/>
                      <a:pt x="31" y="30"/>
                      <a:pt x="31" y="30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6" y="28"/>
                      <a:pt x="36" y="28"/>
                      <a:pt x="36" y="28"/>
                    </a:cubicBezTo>
                    <a:lnTo>
                      <a:pt x="36" y="30"/>
                    </a:lnTo>
                    <a:close/>
                    <a:moveTo>
                      <a:pt x="36" y="26"/>
                    </a:moveTo>
                    <a:cubicBezTo>
                      <a:pt x="31" y="26"/>
                      <a:pt x="31" y="26"/>
                      <a:pt x="31" y="26"/>
                    </a:cubicBezTo>
                    <a:cubicBezTo>
                      <a:pt x="32" y="24"/>
                      <a:pt x="32" y="24"/>
                      <a:pt x="32" y="24"/>
                    </a:cubicBezTo>
                    <a:cubicBezTo>
                      <a:pt x="36" y="24"/>
                      <a:pt x="36" y="24"/>
                      <a:pt x="36" y="24"/>
                    </a:cubicBezTo>
                    <a:lnTo>
                      <a:pt x="36" y="26"/>
                    </a:lnTo>
                    <a:close/>
                    <a:moveTo>
                      <a:pt x="37" y="22"/>
                    </a:moveTo>
                    <a:cubicBezTo>
                      <a:pt x="32" y="22"/>
                      <a:pt x="32" y="22"/>
                      <a:pt x="32" y="22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22"/>
                    </a:lnTo>
                    <a:close/>
                    <a:moveTo>
                      <a:pt x="37" y="19"/>
                    </a:move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7" y="16"/>
                      <a:pt x="37" y="16"/>
                      <a:pt x="37" y="16"/>
                    </a:cubicBezTo>
                    <a:lnTo>
                      <a:pt x="37" y="19"/>
                    </a:lnTo>
                    <a:close/>
                    <a:moveTo>
                      <a:pt x="37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2"/>
                      <a:pt x="33" y="12"/>
                      <a:pt x="33" y="12"/>
                    </a:cubicBezTo>
                    <a:cubicBezTo>
                      <a:pt x="38" y="12"/>
                      <a:pt x="38" y="12"/>
                      <a:pt x="38" y="12"/>
                    </a:cubicBezTo>
                    <a:lnTo>
                      <a:pt x="37" y="15"/>
                    </a:lnTo>
                    <a:close/>
                    <a:moveTo>
                      <a:pt x="38" y="11"/>
                    </a:moveTo>
                    <a:cubicBezTo>
                      <a:pt x="33" y="11"/>
                      <a:pt x="33" y="11"/>
                      <a:pt x="33" y="11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8" y="8"/>
                      <a:pt x="38" y="8"/>
                      <a:pt x="38" y="8"/>
                    </a:cubicBezTo>
                    <a:lnTo>
                      <a:pt x="38" y="11"/>
                    </a:lnTo>
                    <a:close/>
                    <a:moveTo>
                      <a:pt x="43" y="30"/>
                    </a:move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43" y="28"/>
                      <a:pt x="43" y="28"/>
                      <a:pt x="43" y="28"/>
                    </a:cubicBezTo>
                    <a:lnTo>
                      <a:pt x="43" y="30"/>
                    </a:lnTo>
                    <a:close/>
                    <a:moveTo>
                      <a:pt x="43" y="26"/>
                    </a:move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43" y="24"/>
                      <a:pt x="43" y="24"/>
                      <a:pt x="43" y="24"/>
                    </a:cubicBezTo>
                    <a:lnTo>
                      <a:pt x="43" y="26"/>
                    </a:lnTo>
                    <a:close/>
                    <a:moveTo>
                      <a:pt x="43" y="23"/>
                    </a:moveTo>
                    <a:cubicBezTo>
                      <a:pt x="38" y="22"/>
                      <a:pt x="38" y="22"/>
                      <a:pt x="38" y="22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43" y="20"/>
                      <a:pt x="43" y="20"/>
                      <a:pt x="43" y="20"/>
                    </a:cubicBezTo>
                    <a:lnTo>
                      <a:pt x="43" y="23"/>
                    </a:lnTo>
                    <a:close/>
                    <a:moveTo>
                      <a:pt x="43" y="19"/>
                    </a:moveTo>
                    <a:cubicBezTo>
                      <a:pt x="39" y="19"/>
                      <a:pt x="39" y="19"/>
                      <a:pt x="39" y="19"/>
                    </a:cubicBezTo>
                    <a:cubicBezTo>
                      <a:pt x="39" y="16"/>
                      <a:pt x="39" y="16"/>
                      <a:pt x="39" y="16"/>
                    </a:cubicBezTo>
                    <a:cubicBezTo>
                      <a:pt x="44" y="16"/>
                      <a:pt x="44" y="16"/>
                      <a:pt x="44" y="16"/>
                    </a:cubicBezTo>
                    <a:lnTo>
                      <a:pt x="43" y="19"/>
                    </a:lnTo>
                    <a:close/>
                    <a:moveTo>
                      <a:pt x="44" y="15"/>
                    </a:move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44" y="12"/>
                      <a:pt x="44" y="12"/>
                      <a:pt x="44" y="12"/>
                    </a:cubicBezTo>
                    <a:lnTo>
                      <a:pt x="44" y="15"/>
                    </a:lnTo>
                    <a:close/>
                    <a:moveTo>
                      <a:pt x="44" y="11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4" y="8"/>
                      <a:pt x="44" y="8"/>
                      <a:pt x="44" y="8"/>
                    </a:cubicBezTo>
                    <a:lnTo>
                      <a:pt x="44" y="11"/>
                    </a:lnTo>
                    <a:close/>
                    <a:moveTo>
                      <a:pt x="71" y="43"/>
                    </a:moveTo>
                    <a:cubicBezTo>
                      <a:pt x="71" y="44"/>
                      <a:pt x="71" y="44"/>
                      <a:pt x="70" y="44"/>
                    </a:cubicBezTo>
                    <a:cubicBezTo>
                      <a:pt x="45" y="44"/>
                      <a:pt x="45" y="44"/>
                      <a:pt x="45" y="44"/>
                    </a:cubicBezTo>
                    <a:cubicBezTo>
                      <a:pt x="44" y="44"/>
                      <a:pt x="43" y="44"/>
                      <a:pt x="43" y="43"/>
                    </a:cubicBezTo>
                    <a:cubicBezTo>
                      <a:pt x="44" y="33"/>
                      <a:pt x="44" y="33"/>
                      <a:pt x="44" y="33"/>
                    </a:cubicBezTo>
                    <a:cubicBezTo>
                      <a:pt x="44" y="32"/>
                      <a:pt x="44" y="32"/>
                      <a:pt x="45" y="32"/>
                    </a:cubicBezTo>
                    <a:cubicBezTo>
                      <a:pt x="69" y="32"/>
                      <a:pt x="69" y="32"/>
                      <a:pt x="69" y="32"/>
                    </a:cubicBezTo>
                    <a:cubicBezTo>
                      <a:pt x="70" y="32"/>
                      <a:pt x="71" y="32"/>
                      <a:pt x="71" y="33"/>
                    </a:cubicBezTo>
                    <a:lnTo>
                      <a:pt x="71" y="43"/>
                    </a:lnTo>
                    <a:close/>
                    <a:moveTo>
                      <a:pt x="77" y="31"/>
                    </a:moveTo>
                    <a:cubicBezTo>
                      <a:pt x="72" y="31"/>
                      <a:pt x="72" y="31"/>
                      <a:pt x="72" y="31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7" y="28"/>
                      <a:pt x="77" y="28"/>
                      <a:pt x="77" y="28"/>
                    </a:cubicBezTo>
                    <a:lnTo>
                      <a:pt x="77" y="31"/>
                    </a:lnTo>
                    <a:close/>
                    <a:moveTo>
                      <a:pt x="76" y="27"/>
                    </a:moveTo>
                    <a:cubicBezTo>
                      <a:pt x="72" y="27"/>
                      <a:pt x="72" y="27"/>
                      <a:pt x="72" y="27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6" y="24"/>
                      <a:pt x="76" y="24"/>
                      <a:pt x="76" y="24"/>
                    </a:cubicBezTo>
                    <a:lnTo>
                      <a:pt x="76" y="27"/>
                    </a:lnTo>
                    <a:close/>
                    <a:moveTo>
                      <a:pt x="76" y="23"/>
                    </a:moveTo>
                    <a:cubicBezTo>
                      <a:pt x="71" y="23"/>
                      <a:pt x="71" y="23"/>
                      <a:pt x="71" y="23"/>
                    </a:cubicBezTo>
                    <a:cubicBezTo>
                      <a:pt x="71" y="20"/>
                      <a:pt x="71" y="20"/>
                      <a:pt x="71" y="20"/>
                    </a:cubicBezTo>
                    <a:cubicBezTo>
                      <a:pt x="76" y="20"/>
                      <a:pt x="76" y="20"/>
                      <a:pt x="76" y="20"/>
                    </a:cubicBezTo>
                    <a:lnTo>
                      <a:pt x="76" y="23"/>
                    </a:lnTo>
                    <a:close/>
                    <a:moveTo>
                      <a:pt x="76" y="19"/>
                    </a:moveTo>
                    <a:cubicBezTo>
                      <a:pt x="71" y="19"/>
                      <a:pt x="71" y="19"/>
                      <a:pt x="71" y="19"/>
                    </a:cubicBezTo>
                    <a:cubicBezTo>
                      <a:pt x="71" y="16"/>
                      <a:pt x="71" y="16"/>
                      <a:pt x="71" y="16"/>
                    </a:cubicBezTo>
                    <a:cubicBezTo>
                      <a:pt x="76" y="16"/>
                      <a:pt x="76" y="16"/>
                      <a:pt x="76" y="16"/>
                    </a:cubicBezTo>
                    <a:lnTo>
                      <a:pt x="76" y="19"/>
                    </a:lnTo>
                    <a:close/>
                    <a:moveTo>
                      <a:pt x="75" y="15"/>
                    </a:moveTo>
                    <a:cubicBezTo>
                      <a:pt x="71" y="15"/>
                      <a:pt x="71" y="15"/>
                      <a:pt x="71" y="15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75" y="12"/>
                      <a:pt x="75" y="12"/>
                      <a:pt x="75" y="12"/>
                    </a:cubicBezTo>
                    <a:lnTo>
                      <a:pt x="75" y="15"/>
                    </a:lnTo>
                    <a:close/>
                    <a:moveTo>
                      <a:pt x="75" y="11"/>
                    </a:moveTo>
                    <a:cubicBezTo>
                      <a:pt x="71" y="11"/>
                      <a:pt x="71" y="11"/>
                      <a:pt x="71" y="11"/>
                    </a:cubicBezTo>
                    <a:cubicBezTo>
                      <a:pt x="70" y="8"/>
                      <a:pt x="70" y="8"/>
                      <a:pt x="70" y="8"/>
                    </a:cubicBezTo>
                    <a:cubicBezTo>
                      <a:pt x="75" y="8"/>
                      <a:pt x="75" y="8"/>
                      <a:pt x="75" y="8"/>
                    </a:cubicBezTo>
                    <a:lnTo>
                      <a:pt x="75" y="11"/>
                    </a:lnTo>
                    <a:close/>
                    <a:moveTo>
                      <a:pt x="75" y="5"/>
                    </a:moveTo>
                    <a:cubicBezTo>
                      <a:pt x="72" y="5"/>
                      <a:pt x="72" y="5"/>
                      <a:pt x="72" y="5"/>
                    </a:cubicBezTo>
                    <a:cubicBezTo>
                      <a:pt x="72" y="5"/>
                      <a:pt x="71" y="5"/>
                      <a:pt x="71" y="4"/>
                    </a:cubicBezTo>
                    <a:cubicBezTo>
                      <a:pt x="71" y="3"/>
                      <a:pt x="71" y="3"/>
                      <a:pt x="71" y="3"/>
                    </a:cubicBezTo>
                    <a:cubicBezTo>
                      <a:pt x="71" y="3"/>
                      <a:pt x="71" y="2"/>
                      <a:pt x="72" y="2"/>
                    </a:cubicBezTo>
                    <a:cubicBezTo>
                      <a:pt x="75" y="2"/>
                      <a:pt x="75" y="2"/>
                      <a:pt x="75" y="2"/>
                    </a:cubicBezTo>
                    <a:cubicBezTo>
                      <a:pt x="76" y="2"/>
                      <a:pt x="76" y="3"/>
                      <a:pt x="76" y="3"/>
                    </a:cubicBezTo>
                    <a:cubicBezTo>
                      <a:pt x="77" y="4"/>
                      <a:pt x="77" y="4"/>
                      <a:pt x="77" y="4"/>
                    </a:cubicBezTo>
                    <a:cubicBezTo>
                      <a:pt x="77" y="5"/>
                      <a:pt x="76" y="5"/>
                      <a:pt x="75" y="5"/>
                    </a:cubicBezTo>
                    <a:close/>
                    <a:moveTo>
                      <a:pt x="84" y="31"/>
                    </a:moveTo>
                    <a:cubicBezTo>
                      <a:pt x="79" y="31"/>
                      <a:pt x="79" y="31"/>
                      <a:pt x="79" y="31"/>
                    </a:cubicBezTo>
                    <a:cubicBezTo>
                      <a:pt x="78" y="28"/>
                      <a:pt x="78" y="28"/>
                      <a:pt x="78" y="28"/>
                    </a:cubicBezTo>
                    <a:cubicBezTo>
                      <a:pt x="83" y="28"/>
                      <a:pt x="83" y="28"/>
                      <a:pt x="83" y="28"/>
                    </a:cubicBezTo>
                    <a:lnTo>
                      <a:pt x="84" y="31"/>
                    </a:lnTo>
                    <a:close/>
                    <a:moveTo>
                      <a:pt x="83" y="27"/>
                    </a:moveTo>
                    <a:cubicBezTo>
                      <a:pt x="78" y="27"/>
                      <a:pt x="78" y="27"/>
                      <a:pt x="78" y="27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83" y="24"/>
                      <a:pt x="83" y="24"/>
                      <a:pt x="83" y="24"/>
                    </a:cubicBezTo>
                    <a:lnTo>
                      <a:pt x="83" y="27"/>
                    </a:lnTo>
                    <a:close/>
                    <a:moveTo>
                      <a:pt x="83" y="23"/>
                    </a:moveTo>
                    <a:cubicBezTo>
                      <a:pt x="78" y="23"/>
                      <a:pt x="78" y="23"/>
                      <a:pt x="78" y="23"/>
                    </a:cubicBezTo>
                    <a:cubicBezTo>
                      <a:pt x="78" y="20"/>
                      <a:pt x="78" y="20"/>
                      <a:pt x="78" y="20"/>
                    </a:cubicBezTo>
                    <a:cubicBezTo>
                      <a:pt x="82" y="20"/>
                      <a:pt x="82" y="20"/>
                      <a:pt x="82" y="20"/>
                    </a:cubicBezTo>
                    <a:lnTo>
                      <a:pt x="83" y="23"/>
                    </a:lnTo>
                    <a:close/>
                    <a:moveTo>
                      <a:pt x="82" y="19"/>
                    </a:moveTo>
                    <a:cubicBezTo>
                      <a:pt x="78" y="19"/>
                      <a:pt x="78" y="19"/>
                      <a:pt x="78" y="19"/>
                    </a:cubicBezTo>
                    <a:cubicBezTo>
                      <a:pt x="77" y="16"/>
                      <a:pt x="77" y="16"/>
                      <a:pt x="77" y="16"/>
                    </a:cubicBezTo>
                    <a:cubicBezTo>
                      <a:pt x="82" y="16"/>
                      <a:pt x="82" y="16"/>
                      <a:pt x="82" y="16"/>
                    </a:cubicBezTo>
                    <a:lnTo>
                      <a:pt x="82" y="19"/>
                    </a:lnTo>
                    <a:close/>
                    <a:moveTo>
                      <a:pt x="82" y="15"/>
                    </a:move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2"/>
                      <a:pt x="77" y="12"/>
                      <a:pt x="77" y="12"/>
                    </a:cubicBezTo>
                    <a:cubicBezTo>
                      <a:pt x="81" y="12"/>
                      <a:pt x="81" y="12"/>
                      <a:pt x="81" y="12"/>
                    </a:cubicBezTo>
                    <a:lnTo>
                      <a:pt x="82" y="15"/>
                    </a:lnTo>
                    <a:close/>
                    <a:moveTo>
                      <a:pt x="81" y="11"/>
                    </a:moveTo>
                    <a:cubicBezTo>
                      <a:pt x="77" y="11"/>
                      <a:pt x="77" y="11"/>
                      <a:pt x="77" y="11"/>
                    </a:cubicBezTo>
                    <a:cubicBezTo>
                      <a:pt x="77" y="8"/>
                      <a:pt x="77" y="8"/>
                      <a:pt x="77" y="8"/>
                    </a:cubicBezTo>
                    <a:cubicBezTo>
                      <a:pt x="81" y="8"/>
                      <a:pt x="81" y="8"/>
                      <a:pt x="81" y="8"/>
                    </a:cubicBezTo>
                    <a:lnTo>
                      <a:pt x="81" y="11"/>
                    </a:lnTo>
                    <a:close/>
                    <a:moveTo>
                      <a:pt x="90" y="31"/>
                    </a:moveTo>
                    <a:cubicBezTo>
                      <a:pt x="85" y="31"/>
                      <a:pt x="85" y="31"/>
                      <a:pt x="85" y="31"/>
                    </a:cubicBezTo>
                    <a:cubicBezTo>
                      <a:pt x="85" y="28"/>
                      <a:pt x="85" y="28"/>
                      <a:pt x="85" y="28"/>
                    </a:cubicBezTo>
                    <a:cubicBezTo>
                      <a:pt x="90" y="28"/>
                      <a:pt x="90" y="28"/>
                      <a:pt x="90" y="28"/>
                    </a:cubicBezTo>
                    <a:lnTo>
                      <a:pt x="90" y="31"/>
                    </a:lnTo>
                    <a:close/>
                    <a:moveTo>
                      <a:pt x="90" y="27"/>
                    </a:moveTo>
                    <a:cubicBezTo>
                      <a:pt x="85" y="27"/>
                      <a:pt x="85" y="27"/>
                      <a:pt x="85" y="27"/>
                    </a:cubicBezTo>
                    <a:cubicBezTo>
                      <a:pt x="85" y="24"/>
                      <a:pt x="85" y="24"/>
                      <a:pt x="85" y="24"/>
                    </a:cubicBezTo>
                    <a:cubicBezTo>
                      <a:pt x="89" y="24"/>
                      <a:pt x="89" y="24"/>
                      <a:pt x="89" y="24"/>
                    </a:cubicBezTo>
                    <a:lnTo>
                      <a:pt x="90" y="27"/>
                    </a:lnTo>
                    <a:close/>
                    <a:moveTo>
                      <a:pt x="89" y="23"/>
                    </a:moveTo>
                    <a:cubicBezTo>
                      <a:pt x="84" y="23"/>
                      <a:pt x="84" y="23"/>
                      <a:pt x="84" y="23"/>
                    </a:cubicBezTo>
                    <a:cubicBezTo>
                      <a:pt x="84" y="20"/>
                      <a:pt x="84" y="20"/>
                      <a:pt x="84" y="20"/>
                    </a:cubicBezTo>
                    <a:cubicBezTo>
                      <a:pt x="89" y="20"/>
                      <a:pt x="89" y="20"/>
                      <a:pt x="89" y="20"/>
                    </a:cubicBezTo>
                    <a:lnTo>
                      <a:pt x="89" y="23"/>
                    </a:lnTo>
                    <a:close/>
                    <a:moveTo>
                      <a:pt x="89" y="19"/>
                    </a:moveTo>
                    <a:cubicBezTo>
                      <a:pt x="84" y="19"/>
                      <a:pt x="84" y="19"/>
                      <a:pt x="84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8" y="16"/>
                      <a:pt x="88" y="16"/>
                      <a:pt x="88" y="16"/>
                    </a:cubicBezTo>
                    <a:lnTo>
                      <a:pt x="89" y="19"/>
                    </a:lnTo>
                    <a:close/>
                    <a:moveTo>
                      <a:pt x="88" y="15"/>
                    </a:moveTo>
                    <a:cubicBezTo>
                      <a:pt x="84" y="15"/>
                      <a:pt x="84" y="15"/>
                      <a:pt x="84" y="15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88" y="12"/>
                      <a:pt x="88" y="12"/>
                      <a:pt x="88" y="12"/>
                    </a:cubicBezTo>
                    <a:lnTo>
                      <a:pt x="88" y="15"/>
                    </a:lnTo>
                    <a:close/>
                    <a:moveTo>
                      <a:pt x="88" y="11"/>
                    </a:moveTo>
                    <a:cubicBezTo>
                      <a:pt x="83" y="11"/>
                      <a:pt x="83" y="11"/>
                      <a:pt x="83" y="11"/>
                    </a:cubicBezTo>
                    <a:cubicBezTo>
                      <a:pt x="83" y="8"/>
                      <a:pt x="83" y="8"/>
                      <a:pt x="83" y="8"/>
                    </a:cubicBezTo>
                    <a:cubicBezTo>
                      <a:pt x="87" y="8"/>
                      <a:pt x="87" y="8"/>
                      <a:pt x="87" y="8"/>
                    </a:cubicBezTo>
                    <a:lnTo>
                      <a:pt x="88" y="11"/>
                    </a:lnTo>
                    <a:close/>
                    <a:moveTo>
                      <a:pt x="97" y="31"/>
                    </a:moveTo>
                    <a:cubicBezTo>
                      <a:pt x="92" y="31"/>
                      <a:pt x="92" y="31"/>
                      <a:pt x="92" y="31"/>
                    </a:cubicBezTo>
                    <a:cubicBezTo>
                      <a:pt x="92" y="28"/>
                      <a:pt x="92" y="28"/>
                      <a:pt x="92" y="28"/>
                    </a:cubicBezTo>
                    <a:cubicBezTo>
                      <a:pt x="97" y="28"/>
                      <a:pt x="97" y="28"/>
                      <a:pt x="97" y="28"/>
                    </a:cubicBezTo>
                    <a:lnTo>
                      <a:pt x="97" y="31"/>
                    </a:lnTo>
                    <a:close/>
                    <a:moveTo>
                      <a:pt x="97" y="27"/>
                    </a:moveTo>
                    <a:cubicBezTo>
                      <a:pt x="92" y="27"/>
                      <a:pt x="92" y="27"/>
                      <a:pt x="92" y="27"/>
                    </a:cubicBezTo>
                    <a:cubicBezTo>
                      <a:pt x="91" y="24"/>
                      <a:pt x="91" y="24"/>
                      <a:pt x="91" y="24"/>
                    </a:cubicBezTo>
                    <a:cubicBezTo>
                      <a:pt x="96" y="24"/>
                      <a:pt x="96" y="24"/>
                      <a:pt x="96" y="24"/>
                    </a:cubicBezTo>
                    <a:lnTo>
                      <a:pt x="97" y="27"/>
                    </a:lnTo>
                    <a:close/>
                    <a:moveTo>
                      <a:pt x="96" y="23"/>
                    </a:moveTo>
                    <a:cubicBezTo>
                      <a:pt x="91" y="23"/>
                      <a:pt x="91" y="23"/>
                      <a:pt x="91" y="23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5" y="20"/>
                      <a:pt x="95" y="20"/>
                      <a:pt x="95" y="20"/>
                    </a:cubicBezTo>
                    <a:lnTo>
                      <a:pt x="96" y="23"/>
                    </a:lnTo>
                    <a:close/>
                    <a:moveTo>
                      <a:pt x="95" y="19"/>
                    </a:moveTo>
                    <a:cubicBezTo>
                      <a:pt x="90" y="19"/>
                      <a:pt x="90" y="19"/>
                      <a:pt x="90" y="19"/>
                    </a:cubicBezTo>
                    <a:cubicBezTo>
                      <a:pt x="90" y="16"/>
                      <a:pt x="90" y="16"/>
                      <a:pt x="90" y="16"/>
                    </a:cubicBezTo>
                    <a:cubicBezTo>
                      <a:pt x="95" y="16"/>
                      <a:pt x="95" y="16"/>
                      <a:pt x="95" y="16"/>
                    </a:cubicBezTo>
                    <a:lnTo>
                      <a:pt x="95" y="19"/>
                    </a:lnTo>
                    <a:close/>
                    <a:moveTo>
                      <a:pt x="94" y="15"/>
                    </a:moveTo>
                    <a:cubicBezTo>
                      <a:pt x="90" y="15"/>
                      <a:pt x="90" y="15"/>
                      <a:pt x="90" y="15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4" y="12"/>
                      <a:pt x="94" y="12"/>
                      <a:pt x="94" y="12"/>
                    </a:cubicBezTo>
                    <a:lnTo>
                      <a:pt x="94" y="15"/>
                    </a:lnTo>
                    <a:close/>
                    <a:moveTo>
                      <a:pt x="94" y="11"/>
                    </a:moveTo>
                    <a:cubicBezTo>
                      <a:pt x="89" y="11"/>
                      <a:pt x="89" y="11"/>
                      <a:pt x="89" y="11"/>
                    </a:cubicBezTo>
                    <a:cubicBezTo>
                      <a:pt x="89" y="8"/>
                      <a:pt x="89" y="8"/>
                      <a:pt x="89" y="8"/>
                    </a:cubicBezTo>
                    <a:cubicBezTo>
                      <a:pt x="93" y="8"/>
                      <a:pt x="93" y="8"/>
                      <a:pt x="93" y="8"/>
                    </a:cubicBezTo>
                    <a:lnTo>
                      <a:pt x="94" y="11"/>
                    </a:lnTo>
                    <a:close/>
                    <a:moveTo>
                      <a:pt x="93" y="4"/>
                    </a:moveTo>
                    <a:cubicBezTo>
                      <a:pt x="93" y="5"/>
                      <a:pt x="92" y="5"/>
                      <a:pt x="91" y="5"/>
                    </a:cubicBezTo>
                    <a:cubicBezTo>
                      <a:pt x="89" y="5"/>
                      <a:pt x="89" y="5"/>
                      <a:pt x="89" y="5"/>
                    </a:cubicBezTo>
                    <a:cubicBezTo>
                      <a:pt x="88" y="5"/>
                      <a:pt x="87" y="5"/>
                      <a:pt x="87" y="4"/>
                    </a:cubicBezTo>
                    <a:cubicBezTo>
                      <a:pt x="87" y="3"/>
                      <a:pt x="87" y="3"/>
                      <a:pt x="87" y="3"/>
                    </a:cubicBezTo>
                    <a:cubicBezTo>
                      <a:pt x="87" y="3"/>
                      <a:pt x="87" y="2"/>
                      <a:pt x="88" y="2"/>
                    </a:cubicBezTo>
                    <a:cubicBezTo>
                      <a:pt x="91" y="2"/>
                      <a:pt x="91" y="2"/>
                      <a:pt x="91" y="2"/>
                    </a:cubicBezTo>
                    <a:cubicBezTo>
                      <a:pt x="92" y="2"/>
                      <a:pt x="92" y="3"/>
                      <a:pt x="92" y="3"/>
                    </a:cubicBezTo>
                    <a:lnTo>
                      <a:pt x="93" y="4"/>
                    </a:lnTo>
                    <a:close/>
                    <a:moveTo>
                      <a:pt x="101" y="4"/>
                    </a:moveTo>
                    <a:cubicBezTo>
                      <a:pt x="101" y="5"/>
                      <a:pt x="100" y="5"/>
                      <a:pt x="100" y="5"/>
                    </a:cubicBezTo>
                    <a:cubicBezTo>
                      <a:pt x="97" y="5"/>
                      <a:pt x="97" y="5"/>
                      <a:pt x="97" y="5"/>
                    </a:cubicBezTo>
                    <a:cubicBezTo>
                      <a:pt x="96" y="5"/>
                      <a:pt x="95" y="5"/>
                      <a:pt x="95" y="4"/>
                    </a:cubicBezTo>
                    <a:cubicBezTo>
                      <a:pt x="95" y="3"/>
                      <a:pt x="95" y="3"/>
                      <a:pt x="95" y="3"/>
                    </a:cubicBezTo>
                    <a:cubicBezTo>
                      <a:pt x="95" y="3"/>
                      <a:pt x="95" y="2"/>
                      <a:pt x="96" y="2"/>
                    </a:cubicBezTo>
                    <a:cubicBezTo>
                      <a:pt x="99" y="2"/>
                      <a:pt x="99" y="2"/>
                      <a:pt x="99" y="2"/>
                    </a:cubicBezTo>
                    <a:cubicBezTo>
                      <a:pt x="100" y="2"/>
                      <a:pt x="100" y="3"/>
                      <a:pt x="101" y="3"/>
                    </a:cubicBezTo>
                    <a:lnTo>
                      <a:pt x="101" y="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118">
                <a:extLst>
                  <a:ext uri="{FF2B5EF4-FFF2-40B4-BE49-F238E27FC236}">
                    <a16:creationId xmlns:a16="http://schemas.microsoft.com/office/drawing/2014/main" id="{74BFA64A-9B0B-40FF-BD27-522C766696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44345" y="2131399"/>
                <a:ext cx="277596" cy="200127"/>
              </a:xfrm>
              <a:custGeom>
                <a:avLst/>
                <a:gdLst>
                  <a:gd name="T0" fmla="*/ 89 w 91"/>
                  <a:gd name="T1" fmla="*/ 0 h 65"/>
                  <a:gd name="T2" fmla="*/ 2 w 91"/>
                  <a:gd name="T3" fmla="*/ 0 h 65"/>
                  <a:gd name="T4" fmla="*/ 0 w 91"/>
                  <a:gd name="T5" fmla="*/ 2 h 65"/>
                  <a:gd name="T6" fmla="*/ 0 w 91"/>
                  <a:gd name="T7" fmla="*/ 63 h 65"/>
                  <a:gd name="T8" fmla="*/ 2 w 91"/>
                  <a:gd name="T9" fmla="*/ 65 h 65"/>
                  <a:gd name="T10" fmla="*/ 89 w 91"/>
                  <a:gd name="T11" fmla="*/ 65 h 65"/>
                  <a:gd name="T12" fmla="*/ 91 w 91"/>
                  <a:gd name="T13" fmla="*/ 63 h 65"/>
                  <a:gd name="T14" fmla="*/ 91 w 91"/>
                  <a:gd name="T15" fmla="*/ 2 h 65"/>
                  <a:gd name="T16" fmla="*/ 89 w 91"/>
                  <a:gd name="T17" fmla="*/ 0 h 65"/>
                  <a:gd name="T18" fmla="*/ 87 w 91"/>
                  <a:gd name="T19" fmla="*/ 59 h 65"/>
                  <a:gd name="T20" fmla="*/ 85 w 91"/>
                  <a:gd name="T21" fmla="*/ 61 h 65"/>
                  <a:gd name="T22" fmla="*/ 6 w 91"/>
                  <a:gd name="T23" fmla="*/ 61 h 65"/>
                  <a:gd name="T24" fmla="*/ 4 w 91"/>
                  <a:gd name="T25" fmla="*/ 59 h 65"/>
                  <a:gd name="T26" fmla="*/ 4 w 91"/>
                  <a:gd name="T27" fmla="*/ 6 h 65"/>
                  <a:gd name="T28" fmla="*/ 6 w 91"/>
                  <a:gd name="T29" fmla="*/ 4 h 65"/>
                  <a:gd name="T30" fmla="*/ 85 w 91"/>
                  <a:gd name="T31" fmla="*/ 4 h 65"/>
                  <a:gd name="T32" fmla="*/ 87 w 91"/>
                  <a:gd name="T33" fmla="*/ 6 h 65"/>
                  <a:gd name="T34" fmla="*/ 87 w 91"/>
                  <a:gd name="T35" fmla="*/ 59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65">
                    <a:moveTo>
                      <a:pt x="89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0" y="64"/>
                      <a:pt x="1" y="65"/>
                      <a:pt x="2" y="65"/>
                    </a:cubicBezTo>
                    <a:cubicBezTo>
                      <a:pt x="89" y="65"/>
                      <a:pt x="89" y="65"/>
                      <a:pt x="89" y="65"/>
                    </a:cubicBezTo>
                    <a:cubicBezTo>
                      <a:pt x="90" y="65"/>
                      <a:pt x="91" y="64"/>
                      <a:pt x="91" y="63"/>
                    </a:cubicBezTo>
                    <a:cubicBezTo>
                      <a:pt x="91" y="2"/>
                      <a:pt x="91" y="2"/>
                      <a:pt x="91" y="2"/>
                    </a:cubicBezTo>
                    <a:cubicBezTo>
                      <a:pt x="91" y="1"/>
                      <a:pt x="90" y="0"/>
                      <a:pt x="89" y="0"/>
                    </a:cubicBezTo>
                    <a:close/>
                    <a:moveTo>
                      <a:pt x="87" y="59"/>
                    </a:moveTo>
                    <a:cubicBezTo>
                      <a:pt x="87" y="60"/>
                      <a:pt x="86" y="61"/>
                      <a:pt x="85" y="61"/>
                    </a:cubicBezTo>
                    <a:cubicBezTo>
                      <a:pt x="6" y="61"/>
                      <a:pt x="6" y="61"/>
                      <a:pt x="6" y="61"/>
                    </a:cubicBezTo>
                    <a:cubicBezTo>
                      <a:pt x="5" y="61"/>
                      <a:pt x="4" y="60"/>
                      <a:pt x="4" y="59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5"/>
                      <a:pt x="5" y="4"/>
                      <a:pt x="6" y="4"/>
                    </a:cubicBezTo>
                    <a:cubicBezTo>
                      <a:pt x="85" y="4"/>
                      <a:pt x="85" y="4"/>
                      <a:pt x="85" y="4"/>
                    </a:cubicBezTo>
                    <a:cubicBezTo>
                      <a:pt x="86" y="4"/>
                      <a:pt x="87" y="5"/>
                      <a:pt x="87" y="6"/>
                    </a:cubicBezTo>
                    <a:lnTo>
                      <a:pt x="87" y="5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4" name="Freeform 119">
                <a:extLst>
                  <a:ext uri="{FF2B5EF4-FFF2-40B4-BE49-F238E27FC236}">
                    <a16:creationId xmlns:a16="http://schemas.microsoft.com/office/drawing/2014/main" id="{B45A89D6-95A2-47FD-833E-73D5D3EA3E5B}"/>
                  </a:ext>
                </a:extLst>
              </p:cNvPr>
              <p:cNvSpPr/>
              <p:nvPr/>
            </p:nvSpPr>
            <p:spPr bwMode="auto">
              <a:xfrm>
                <a:off x="5216370" y="2475705"/>
                <a:ext cx="327090" cy="4304"/>
              </a:xfrm>
              <a:custGeom>
                <a:avLst/>
                <a:gdLst>
                  <a:gd name="T0" fmla="*/ 107 w 107"/>
                  <a:gd name="T1" fmla="*/ 2 h 2"/>
                  <a:gd name="T2" fmla="*/ 106 w 107"/>
                  <a:gd name="T3" fmla="*/ 2 h 2"/>
                  <a:gd name="T4" fmla="*/ 2 w 107"/>
                  <a:gd name="T5" fmla="*/ 2 h 2"/>
                  <a:gd name="T6" fmla="*/ 0 w 107"/>
                  <a:gd name="T7" fmla="*/ 2 h 2"/>
                  <a:gd name="T8" fmla="*/ 0 w 107"/>
                  <a:gd name="T9" fmla="*/ 1 h 2"/>
                  <a:gd name="T10" fmla="*/ 2 w 107"/>
                  <a:gd name="T11" fmla="*/ 0 h 2"/>
                  <a:gd name="T12" fmla="*/ 106 w 107"/>
                  <a:gd name="T13" fmla="*/ 0 h 2"/>
                  <a:gd name="T14" fmla="*/ 107 w 107"/>
                  <a:gd name="T15" fmla="*/ 1 h 2"/>
                  <a:gd name="T16" fmla="*/ 107 w 107"/>
                  <a:gd name="T1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7" h="2">
                    <a:moveTo>
                      <a:pt x="107" y="2"/>
                    </a:moveTo>
                    <a:cubicBezTo>
                      <a:pt x="107" y="2"/>
                      <a:pt x="107" y="2"/>
                      <a:pt x="106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06" y="0"/>
                      <a:pt x="106" y="0"/>
                      <a:pt x="106" y="0"/>
                    </a:cubicBezTo>
                    <a:cubicBezTo>
                      <a:pt x="107" y="0"/>
                      <a:pt x="107" y="1"/>
                      <a:pt x="107" y="1"/>
                    </a:cubicBezTo>
                    <a:lnTo>
                      <a:pt x="107" y="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5" name="Freeform 120">
                <a:extLst>
                  <a:ext uri="{FF2B5EF4-FFF2-40B4-BE49-F238E27FC236}">
                    <a16:creationId xmlns:a16="http://schemas.microsoft.com/office/drawing/2014/main" id="{FA25C92D-A978-475F-BBBD-EFC48CCB750B}"/>
                  </a:ext>
                </a:extLst>
              </p:cNvPr>
              <p:cNvSpPr/>
              <p:nvPr/>
            </p:nvSpPr>
            <p:spPr bwMode="auto">
              <a:xfrm>
                <a:off x="5268016" y="2152918"/>
                <a:ext cx="111899" cy="98988"/>
              </a:xfrm>
              <a:custGeom>
                <a:avLst/>
                <a:gdLst>
                  <a:gd name="T0" fmla="*/ 0 w 36"/>
                  <a:gd name="T1" fmla="*/ 32 h 32"/>
                  <a:gd name="T2" fmla="*/ 0 w 36"/>
                  <a:gd name="T3" fmla="*/ 1 h 32"/>
                  <a:gd name="T4" fmla="*/ 36 w 36"/>
                  <a:gd name="T5" fmla="*/ 2 h 32"/>
                  <a:gd name="T6" fmla="*/ 3 w 36"/>
                  <a:gd name="T7" fmla="*/ 5 h 32"/>
                  <a:gd name="T8" fmla="*/ 0 w 36"/>
                  <a:gd name="T9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32">
                    <a:moveTo>
                      <a:pt x="0" y="32"/>
                    </a:moveTo>
                    <a:cubicBezTo>
                      <a:pt x="0" y="32"/>
                      <a:pt x="0" y="3"/>
                      <a:pt x="0" y="1"/>
                    </a:cubicBezTo>
                    <a:cubicBezTo>
                      <a:pt x="1" y="0"/>
                      <a:pt x="36" y="2"/>
                      <a:pt x="36" y="2"/>
                    </a:cubicBezTo>
                    <a:cubicBezTo>
                      <a:pt x="36" y="2"/>
                      <a:pt x="4" y="3"/>
                      <a:pt x="3" y="5"/>
                    </a:cubicBezTo>
                    <a:cubicBezTo>
                      <a:pt x="2" y="7"/>
                      <a:pt x="0" y="32"/>
                      <a:pt x="0" y="3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Freeform 121">
                <a:extLst>
                  <a:ext uri="{FF2B5EF4-FFF2-40B4-BE49-F238E27FC236}">
                    <a16:creationId xmlns:a16="http://schemas.microsoft.com/office/drawing/2014/main" id="{9D5C97B7-3317-4B79-94CD-8D5AD6AC091A}"/>
                  </a:ext>
                </a:extLst>
              </p:cNvPr>
              <p:cNvSpPr/>
              <p:nvPr/>
            </p:nvSpPr>
            <p:spPr bwMode="auto">
              <a:xfrm>
                <a:off x="5388523" y="2211020"/>
                <a:ext cx="111899" cy="98988"/>
              </a:xfrm>
              <a:custGeom>
                <a:avLst/>
                <a:gdLst>
                  <a:gd name="T0" fmla="*/ 37 w 37"/>
                  <a:gd name="T1" fmla="*/ 0 h 32"/>
                  <a:gd name="T2" fmla="*/ 36 w 37"/>
                  <a:gd name="T3" fmla="*/ 30 h 32"/>
                  <a:gd name="T4" fmla="*/ 0 w 37"/>
                  <a:gd name="T5" fmla="*/ 30 h 32"/>
                  <a:gd name="T6" fmla="*/ 33 w 37"/>
                  <a:gd name="T7" fmla="*/ 27 h 32"/>
                  <a:gd name="T8" fmla="*/ 37 w 37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32">
                    <a:moveTo>
                      <a:pt x="37" y="0"/>
                    </a:moveTo>
                    <a:cubicBezTo>
                      <a:pt x="37" y="0"/>
                      <a:pt x="37" y="29"/>
                      <a:pt x="36" y="30"/>
                    </a:cubicBezTo>
                    <a:cubicBezTo>
                      <a:pt x="36" y="32"/>
                      <a:pt x="0" y="30"/>
                      <a:pt x="0" y="30"/>
                    </a:cubicBezTo>
                    <a:cubicBezTo>
                      <a:pt x="0" y="30"/>
                      <a:pt x="32" y="29"/>
                      <a:pt x="33" y="27"/>
                    </a:cubicBezTo>
                    <a:cubicBezTo>
                      <a:pt x="34" y="25"/>
                      <a:pt x="37" y="0"/>
                      <a:pt x="3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Freeform 122">
                <a:extLst>
                  <a:ext uri="{FF2B5EF4-FFF2-40B4-BE49-F238E27FC236}">
                    <a16:creationId xmlns:a16="http://schemas.microsoft.com/office/drawing/2014/main" id="{510E22C3-8B02-4CE8-95EC-EA16D454FE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43078" y="1978614"/>
                <a:ext cx="469116" cy="497091"/>
              </a:xfrm>
              <a:custGeom>
                <a:avLst/>
                <a:gdLst>
                  <a:gd name="T0" fmla="*/ 84 w 154"/>
                  <a:gd name="T1" fmla="*/ 137 h 162"/>
                  <a:gd name="T2" fmla="*/ 84 w 154"/>
                  <a:gd name="T3" fmla="*/ 130 h 162"/>
                  <a:gd name="T4" fmla="*/ 93 w 154"/>
                  <a:gd name="T5" fmla="*/ 102 h 162"/>
                  <a:gd name="T6" fmla="*/ 93 w 154"/>
                  <a:gd name="T7" fmla="*/ 84 h 162"/>
                  <a:gd name="T8" fmla="*/ 84 w 154"/>
                  <a:gd name="T9" fmla="*/ 61 h 162"/>
                  <a:gd name="T10" fmla="*/ 84 w 154"/>
                  <a:gd name="T11" fmla="*/ 54 h 162"/>
                  <a:gd name="T12" fmla="*/ 104 w 154"/>
                  <a:gd name="T13" fmla="*/ 38 h 162"/>
                  <a:gd name="T14" fmla="*/ 108 w 154"/>
                  <a:gd name="T15" fmla="*/ 30 h 162"/>
                  <a:gd name="T16" fmla="*/ 134 w 154"/>
                  <a:gd name="T17" fmla="*/ 45 h 162"/>
                  <a:gd name="T18" fmla="*/ 134 w 154"/>
                  <a:gd name="T19" fmla="*/ 28 h 162"/>
                  <a:gd name="T20" fmla="*/ 154 w 154"/>
                  <a:gd name="T21" fmla="*/ 45 h 162"/>
                  <a:gd name="T22" fmla="*/ 137 w 154"/>
                  <a:gd name="T23" fmla="*/ 22 h 162"/>
                  <a:gd name="T24" fmla="*/ 30 w 154"/>
                  <a:gd name="T25" fmla="*/ 18 h 162"/>
                  <a:gd name="T26" fmla="*/ 9 w 154"/>
                  <a:gd name="T27" fmla="*/ 43 h 162"/>
                  <a:gd name="T28" fmla="*/ 12 w 154"/>
                  <a:gd name="T29" fmla="*/ 125 h 162"/>
                  <a:gd name="T30" fmla="*/ 81 w 154"/>
                  <a:gd name="T31" fmla="*/ 162 h 162"/>
                  <a:gd name="T32" fmla="*/ 124 w 154"/>
                  <a:gd name="T33" fmla="*/ 20 h 162"/>
                  <a:gd name="T34" fmla="*/ 125 w 154"/>
                  <a:gd name="T35" fmla="*/ 20 h 162"/>
                  <a:gd name="T36" fmla="*/ 98 w 154"/>
                  <a:gd name="T37" fmla="*/ 10 h 162"/>
                  <a:gd name="T38" fmla="*/ 91 w 154"/>
                  <a:gd name="T39" fmla="*/ 11 h 162"/>
                  <a:gd name="T40" fmla="*/ 84 w 154"/>
                  <a:gd name="T41" fmla="*/ 6 h 162"/>
                  <a:gd name="T42" fmla="*/ 48 w 154"/>
                  <a:gd name="T43" fmla="*/ 22 h 162"/>
                  <a:gd name="T44" fmla="*/ 48 w 154"/>
                  <a:gd name="T45" fmla="*/ 104 h 162"/>
                  <a:gd name="T46" fmla="*/ 47 w 154"/>
                  <a:gd name="T47" fmla="*/ 84 h 162"/>
                  <a:gd name="T48" fmla="*/ 36 w 154"/>
                  <a:gd name="T49" fmla="*/ 55 h 162"/>
                  <a:gd name="T50" fmla="*/ 29 w 154"/>
                  <a:gd name="T51" fmla="*/ 78 h 162"/>
                  <a:gd name="T52" fmla="*/ 54 w 154"/>
                  <a:gd name="T53" fmla="*/ 132 h 162"/>
                  <a:gd name="T54" fmla="*/ 38 w 154"/>
                  <a:gd name="T55" fmla="*/ 113 h 162"/>
                  <a:gd name="T56" fmla="*/ 44 w 154"/>
                  <a:gd name="T57" fmla="*/ 28 h 162"/>
                  <a:gd name="T58" fmla="*/ 49 w 154"/>
                  <a:gd name="T59" fmla="*/ 52 h 162"/>
                  <a:gd name="T60" fmla="*/ 37 w 154"/>
                  <a:gd name="T61" fmla="*/ 20 h 162"/>
                  <a:gd name="T62" fmla="*/ 31 w 154"/>
                  <a:gd name="T63" fmla="*/ 25 h 162"/>
                  <a:gd name="T64" fmla="*/ 28 w 154"/>
                  <a:gd name="T65" fmla="*/ 46 h 162"/>
                  <a:gd name="T66" fmla="*/ 28 w 154"/>
                  <a:gd name="T67" fmla="*/ 28 h 162"/>
                  <a:gd name="T68" fmla="*/ 22 w 154"/>
                  <a:gd name="T69" fmla="*/ 78 h 162"/>
                  <a:gd name="T70" fmla="*/ 6 w 154"/>
                  <a:gd name="T71" fmla="*/ 84 h 162"/>
                  <a:gd name="T72" fmla="*/ 25 w 154"/>
                  <a:gd name="T73" fmla="*/ 111 h 162"/>
                  <a:gd name="T74" fmla="*/ 28 w 154"/>
                  <a:gd name="T75" fmla="*/ 134 h 162"/>
                  <a:gd name="T76" fmla="*/ 37 w 154"/>
                  <a:gd name="T77" fmla="*/ 135 h 162"/>
                  <a:gd name="T78" fmla="*/ 37 w 154"/>
                  <a:gd name="T79" fmla="*/ 142 h 162"/>
                  <a:gd name="T80" fmla="*/ 48 w 154"/>
                  <a:gd name="T81" fmla="*/ 149 h 162"/>
                  <a:gd name="T82" fmla="*/ 56 w 154"/>
                  <a:gd name="T83" fmla="*/ 138 h 162"/>
                  <a:gd name="T84" fmla="*/ 78 w 154"/>
                  <a:gd name="T85" fmla="*/ 156 h 162"/>
                  <a:gd name="T86" fmla="*/ 78 w 154"/>
                  <a:gd name="T87" fmla="*/ 137 h 162"/>
                  <a:gd name="T88" fmla="*/ 61 w 154"/>
                  <a:gd name="T89" fmla="*/ 131 h 162"/>
                  <a:gd name="T90" fmla="*/ 78 w 154"/>
                  <a:gd name="T91" fmla="*/ 108 h 162"/>
                  <a:gd name="T92" fmla="*/ 54 w 154"/>
                  <a:gd name="T93" fmla="*/ 103 h 162"/>
                  <a:gd name="T94" fmla="*/ 78 w 154"/>
                  <a:gd name="T95" fmla="*/ 101 h 162"/>
                  <a:gd name="T96" fmla="*/ 54 w 154"/>
                  <a:gd name="T97" fmla="*/ 59 h 162"/>
                  <a:gd name="T98" fmla="*/ 78 w 154"/>
                  <a:gd name="T99" fmla="*/ 54 h 162"/>
                  <a:gd name="T100" fmla="*/ 78 w 154"/>
                  <a:gd name="T101" fmla="*/ 32 h 162"/>
                  <a:gd name="T102" fmla="*/ 71 w 154"/>
                  <a:gd name="T103" fmla="*/ 11 h 162"/>
                  <a:gd name="T104" fmla="*/ 63 w 154"/>
                  <a:gd name="T105" fmla="*/ 25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54" h="162">
                    <a:moveTo>
                      <a:pt x="81" y="162"/>
                    </a:moveTo>
                    <a:cubicBezTo>
                      <a:pt x="84" y="150"/>
                      <a:pt x="84" y="150"/>
                      <a:pt x="84" y="150"/>
                    </a:cubicBezTo>
                    <a:cubicBezTo>
                      <a:pt x="84" y="137"/>
                      <a:pt x="84" y="137"/>
                      <a:pt x="84" y="137"/>
                    </a:cubicBezTo>
                    <a:cubicBezTo>
                      <a:pt x="85" y="137"/>
                      <a:pt x="86" y="137"/>
                      <a:pt x="87" y="137"/>
                    </a:cubicBezTo>
                    <a:cubicBezTo>
                      <a:pt x="89" y="130"/>
                      <a:pt x="89" y="130"/>
                      <a:pt x="89" y="130"/>
                    </a:cubicBezTo>
                    <a:cubicBezTo>
                      <a:pt x="87" y="130"/>
                      <a:pt x="86" y="130"/>
                      <a:pt x="84" y="130"/>
                    </a:cubicBezTo>
                    <a:cubicBezTo>
                      <a:pt x="84" y="108"/>
                      <a:pt x="84" y="108"/>
                      <a:pt x="84" y="108"/>
                    </a:cubicBezTo>
                    <a:cubicBezTo>
                      <a:pt x="87" y="108"/>
                      <a:pt x="90" y="108"/>
                      <a:pt x="93" y="108"/>
                    </a:cubicBezTo>
                    <a:cubicBezTo>
                      <a:pt x="93" y="102"/>
                      <a:pt x="93" y="102"/>
                      <a:pt x="93" y="102"/>
                    </a:cubicBezTo>
                    <a:cubicBezTo>
                      <a:pt x="90" y="102"/>
                      <a:pt x="87" y="101"/>
                      <a:pt x="84" y="101"/>
                    </a:cubicBezTo>
                    <a:cubicBezTo>
                      <a:pt x="84" y="84"/>
                      <a:pt x="84" y="84"/>
                      <a:pt x="84" y="84"/>
                    </a:cubicBezTo>
                    <a:cubicBezTo>
                      <a:pt x="93" y="84"/>
                      <a:pt x="93" y="84"/>
                      <a:pt x="93" y="84"/>
                    </a:cubicBezTo>
                    <a:cubicBezTo>
                      <a:pt x="93" y="78"/>
                      <a:pt x="93" y="78"/>
                      <a:pt x="93" y="78"/>
                    </a:cubicBezTo>
                    <a:cubicBezTo>
                      <a:pt x="84" y="78"/>
                      <a:pt x="84" y="78"/>
                      <a:pt x="84" y="78"/>
                    </a:cubicBezTo>
                    <a:cubicBezTo>
                      <a:pt x="84" y="61"/>
                      <a:pt x="84" y="61"/>
                      <a:pt x="84" y="61"/>
                    </a:cubicBezTo>
                    <a:cubicBezTo>
                      <a:pt x="87" y="60"/>
                      <a:pt x="90" y="60"/>
                      <a:pt x="93" y="60"/>
                    </a:cubicBezTo>
                    <a:cubicBezTo>
                      <a:pt x="93" y="54"/>
                      <a:pt x="93" y="54"/>
                      <a:pt x="93" y="54"/>
                    </a:cubicBezTo>
                    <a:cubicBezTo>
                      <a:pt x="90" y="54"/>
                      <a:pt x="87" y="54"/>
                      <a:pt x="84" y="54"/>
                    </a:cubicBezTo>
                    <a:cubicBezTo>
                      <a:pt x="84" y="32"/>
                      <a:pt x="84" y="32"/>
                      <a:pt x="84" y="32"/>
                    </a:cubicBezTo>
                    <a:cubicBezTo>
                      <a:pt x="90" y="32"/>
                      <a:pt x="96" y="31"/>
                      <a:pt x="101" y="31"/>
                    </a:cubicBezTo>
                    <a:cubicBezTo>
                      <a:pt x="102" y="33"/>
                      <a:pt x="103" y="35"/>
                      <a:pt x="104" y="38"/>
                    </a:cubicBezTo>
                    <a:cubicBezTo>
                      <a:pt x="104" y="40"/>
                      <a:pt x="105" y="42"/>
                      <a:pt x="105" y="45"/>
                    </a:cubicBezTo>
                    <a:cubicBezTo>
                      <a:pt x="112" y="45"/>
                      <a:pt x="112" y="45"/>
                      <a:pt x="112" y="45"/>
                    </a:cubicBezTo>
                    <a:cubicBezTo>
                      <a:pt x="111" y="39"/>
                      <a:pt x="109" y="34"/>
                      <a:pt x="108" y="30"/>
                    </a:cubicBezTo>
                    <a:cubicBezTo>
                      <a:pt x="111" y="29"/>
                      <a:pt x="115" y="29"/>
                      <a:pt x="118" y="28"/>
                    </a:cubicBezTo>
                    <a:cubicBezTo>
                      <a:pt x="122" y="33"/>
                      <a:pt x="125" y="39"/>
                      <a:pt x="127" y="45"/>
                    </a:cubicBezTo>
                    <a:cubicBezTo>
                      <a:pt x="134" y="45"/>
                      <a:pt x="134" y="45"/>
                      <a:pt x="134" y="45"/>
                    </a:cubicBezTo>
                    <a:cubicBezTo>
                      <a:pt x="131" y="38"/>
                      <a:pt x="128" y="32"/>
                      <a:pt x="125" y="26"/>
                    </a:cubicBezTo>
                    <a:cubicBezTo>
                      <a:pt x="127" y="26"/>
                      <a:pt x="129" y="25"/>
                      <a:pt x="131" y="25"/>
                    </a:cubicBezTo>
                    <a:cubicBezTo>
                      <a:pt x="132" y="26"/>
                      <a:pt x="133" y="27"/>
                      <a:pt x="134" y="28"/>
                    </a:cubicBezTo>
                    <a:cubicBezTo>
                      <a:pt x="138" y="32"/>
                      <a:pt x="142" y="36"/>
                      <a:pt x="145" y="41"/>
                    </a:cubicBezTo>
                    <a:cubicBezTo>
                      <a:pt x="142" y="42"/>
                      <a:pt x="140" y="44"/>
                      <a:pt x="137" y="45"/>
                    </a:cubicBezTo>
                    <a:cubicBezTo>
                      <a:pt x="154" y="45"/>
                      <a:pt x="154" y="45"/>
                      <a:pt x="154" y="45"/>
                    </a:cubicBezTo>
                    <a:cubicBezTo>
                      <a:pt x="154" y="44"/>
                      <a:pt x="153" y="43"/>
                      <a:pt x="153" y="43"/>
                    </a:cubicBezTo>
                    <a:cubicBezTo>
                      <a:pt x="152" y="41"/>
                      <a:pt x="151" y="39"/>
                      <a:pt x="150" y="37"/>
                    </a:cubicBezTo>
                    <a:cubicBezTo>
                      <a:pt x="146" y="32"/>
                      <a:pt x="142" y="27"/>
                      <a:pt x="137" y="22"/>
                    </a:cubicBezTo>
                    <a:cubicBezTo>
                      <a:pt x="136" y="21"/>
                      <a:pt x="134" y="19"/>
                      <a:pt x="132" y="18"/>
                    </a:cubicBezTo>
                    <a:cubicBezTo>
                      <a:pt x="118" y="6"/>
                      <a:pt x="100" y="0"/>
                      <a:pt x="81" y="0"/>
                    </a:cubicBezTo>
                    <a:cubicBezTo>
                      <a:pt x="62" y="0"/>
                      <a:pt x="44" y="6"/>
                      <a:pt x="30" y="18"/>
                    </a:cubicBezTo>
                    <a:cubicBezTo>
                      <a:pt x="28" y="19"/>
                      <a:pt x="26" y="21"/>
                      <a:pt x="25" y="22"/>
                    </a:cubicBezTo>
                    <a:cubicBezTo>
                      <a:pt x="20" y="27"/>
                      <a:pt x="16" y="32"/>
                      <a:pt x="12" y="37"/>
                    </a:cubicBezTo>
                    <a:cubicBezTo>
                      <a:pt x="11" y="39"/>
                      <a:pt x="10" y="41"/>
                      <a:pt x="9" y="43"/>
                    </a:cubicBezTo>
                    <a:cubicBezTo>
                      <a:pt x="3" y="54"/>
                      <a:pt x="0" y="67"/>
                      <a:pt x="0" y="81"/>
                    </a:cubicBezTo>
                    <a:cubicBezTo>
                      <a:pt x="0" y="95"/>
                      <a:pt x="3" y="108"/>
                      <a:pt x="9" y="119"/>
                    </a:cubicBezTo>
                    <a:cubicBezTo>
                      <a:pt x="10" y="121"/>
                      <a:pt x="11" y="123"/>
                      <a:pt x="12" y="125"/>
                    </a:cubicBezTo>
                    <a:cubicBezTo>
                      <a:pt x="16" y="130"/>
                      <a:pt x="20" y="135"/>
                      <a:pt x="25" y="140"/>
                    </a:cubicBezTo>
                    <a:cubicBezTo>
                      <a:pt x="26" y="141"/>
                      <a:pt x="28" y="143"/>
                      <a:pt x="30" y="144"/>
                    </a:cubicBezTo>
                    <a:cubicBezTo>
                      <a:pt x="44" y="156"/>
                      <a:pt x="62" y="162"/>
                      <a:pt x="81" y="162"/>
                    </a:cubicBezTo>
                    <a:cubicBezTo>
                      <a:pt x="81" y="162"/>
                      <a:pt x="81" y="162"/>
                      <a:pt x="81" y="162"/>
                    </a:cubicBezTo>
                    <a:close/>
                    <a:moveTo>
                      <a:pt x="125" y="20"/>
                    </a:moveTo>
                    <a:cubicBezTo>
                      <a:pt x="125" y="20"/>
                      <a:pt x="124" y="20"/>
                      <a:pt x="124" y="20"/>
                    </a:cubicBezTo>
                    <a:cubicBezTo>
                      <a:pt x="123" y="21"/>
                      <a:pt x="122" y="21"/>
                      <a:pt x="121" y="21"/>
                    </a:cubicBezTo>
                    <a:cubicBezTo>
                      <a:pt x="119" y="18"/>
                      <a:pt x="116" y="16"/>
                      <a:pt x="114" y="13"/>
                    </a:cubicBezTo>
                    <a:cubicBezTo>
                      <a:pt x="118" y="15"/>
                      <a:pt x="121" y="17"/>
                      <a:pt x="125" y="20"/>
                    </a:cubicBezTo>
                    <a:close/>
                    <a:moveTo>
                      <a:pt x="114" y="22"/>
                    </a:moveTo>
                    <a:cubicBezTo>
                      <a:pt x="111" y="23"/>
                      <a:pt x="108" y="23"/>
                      <a:pt x="106" y="24"/>
                    </a:cubicBezTo>
                    <a:cubicBezTo>
                      <a:pt x="103" y="18"/>
                      <a:pt x="101" y="14"/>
                      <a:pt x="98" y="10"/>
                    </a:cubicBezTo>
                    <a:cubicBezTo>
                      <a:pt x="104" y="13"/>
                      <a:pt x="109" y="17"/>
                      <a:pt x="114" y="22"/>
                    </a:cubicBezTo>
                    <a:close/>
                    <a:moveTo>
                      <a:pt x="84" y="6"/>
                    </a:moveTo>
                    <a:cubicBezTo>
                      <a:pt x="86" y="7"/>
                      <a:pt x="89" y="9"/>
                      <a:pt x="91" y="11"/>
                    </a:cubicBezTo>
                    <a:cubicBezTo>
                      <a:pt x="94" y="14"/>
                      <a:pt x="97" y="19"/>
                      <a:pt x="99" y="25"/>
                    </a:cubicBezTo>
                    <a:cubicBezTo>
                      <a:pt x="94" y="25"/>
                      <a:pt x="89" y="25"/>
                      <a:pt x="84" y="25"/>
                    </a:cubicBezTo>
                    <a:lnTo>
                      <a:pt x="84" y="6"/>
                    </a:lnTo>
                    <a:close/>
                    <a:moveTo>
                      <a:pt x="64" y="10"/>
                    </a:moveTo>
                    <a:cubicBezTo>
                      <a:pt x="61" y="14"/>
                      <a:pt x="59" y="18"/>
                      <a:pt x="56" y="24"/>
                    </a:cubicBezTo>
                    <a:cubicBezTo>
                      <a:pt x="54" y="23"/>
                      <a:pt x="51" y="23"/>
                      <a:pt x="48" y="22"/>
                    </a:cubicBezTo>
                    <a:cubicBezTo>
                      <a:pt x="53" y="17"/>
                      <a:pt x="58" y="13"/>
                      <a:pt x="64" y="10"/>
                    </a:cubicBezTo>
                    <a:close/>
                    <a:moveTo>
                      <a:pt x="47" y="84"/>
                    </a:moveTo>
                    <a:cubicBezTo>
                      <a:pt x="47" y="91"/>
                      <a:pt x="48" y="98"/>
                      <a:pt x="48" y="104"/>
                    </a:cubicBezTo>
                    <a:cubicBezTo>
                      <a:pt x="42" y="105"/>
                      <a:pt x="37" y="107"/>
                      <a:pt x="32" y="108"/>
                    </a:cubicBezTo>
                    <a:cubicBezTo>
                      <a:pt x="30" y="101"/>
                      <a:pt x="29" y="92"/>
                      <a:pt x="29" y="84"/>
                    </a:cubicBezTo>
                    <a:lnTo>
                      <a:pt x="47" y="84"/>
                    </a:lnTo>
                    <a:close/>
                    <a:moveTo>
                      <a:pt x="29" y="78"/>
                    </a:moveTo>
                    <a:cubicBezTo>
                      <a:pt x="29" y="69"/>
                      <a:pt x="30" y="61"/>
                      <a:pt x="32" y="54"/>
                    </a:cubicBezTo>
                    <a:cubicBezTo>
                      <a:pt x="33" y="54"/>
                      <a:pt x="35" y="55"/>
                      <a:pt x="36" y="55"/>
                    </a:cubicBezTo>
                    <a:cubicBezTo>
                      <a:pt x="40" y="56"/>
                      <a:pt x="44" y="57"/>
                      <a:pt x="48" y="58"/>
                    </a:cubicBezTo>
                    <a:cubicBezTo>
                      <a:pt x="48" y="64"/>
                      <a:pt x="47" y="71"/>
                      <a:pt x="47" y="78"/>
                    </a:cubicBezTo>
                    <a:lnTo>
                      <a:pt x="29" y="78"/>
                    </a:lnTo>
                    <a:close/>
                    <a:moveTo>
                      <a:pt x="38" y="113"/>
                    </a:moveTo>
                    <a:cubicBezTo>
                      <a:pt x="42" y="112"/>
                      <a:pt x="45" y="111"/>
                      <a:pt x="49" y="110"/>
                    </a:cubicBezTo>
                    <a:cubicBezTo>
                      <a:pt x="50" y="118"/>
                      <a:pt x="52" y="126"/>
                      <a:pt x="54" y="132"/>
                    </a:cubicBezTo>
                    <a:cubicBezTo>
                      <a:pt x="51" y="133"/>
                      <a:pt x="47" y="133"/>
                      <a:pt x="44" y="134"/>
                    </a:cubicBezTo>
                    <a:cubicBezTo>
                      <a:pt x="40" y="128"/>
                      <a:pt x="36" y="121"/>
                      <a:pt x="34" y="114"/>
                    </a:cubicBezTo>
                    <a:cubicBezTo>
                      <a:pt x="35" y="114"/>
                      <a:pt x="37" y="113"/>
                      <a:pt x="38" y="113"/>
                    </a:cubicBezTo>
                    <a:close/>
                    <a:moveTo>
                      <a:pt x="49" y="52"/>
                    </a:moveTo>
                    <a:cubicBezTo>
                      <a:pt x="44" y="51"/>
                      <a:pt x="38" y="49"/>
                      <a:pt x="34" y="48"/>
                    </a:cubicBezTo>
                    <a:cubicBezTo>
                      <a:pt x="36" y="40"/>
                      <a:pt x="40" y="34"/>
                      <a:pt x="44" y="28"/>
                    </a:cubicBezTo>
                    <a:cubicBezTo>
                      <a:pt x="47" y="29"/>
                      <a:pt x="51" y="29"/>
                      <a:pt x="54" y="30"/>
                    </a:cubicBezTo>
                    <a:cubicBezTo>
                      <a:pt x="54" y="32"/>
                      <a:pt x="53" y="34"/>
                      <a:pt x="52" y="36"/>
                    </a:cubicBezTo>
                    <a:cubicBezTo>
                      <a:pt x="51" y="41"/>
                      <a:pt x="50" y="46"/>
                      <a:pt x="49" y="52"/>
                    </a:cubicBezTo>
                    <a:close/>
                    <a:moveTo>
                      <a:pt x="48" y="13"/>
                    </a:moveTo>
                    <a:cubicBezTo>
                      <a:pt x="46" y="16"/>
                      <a:pt x="43" y="18"/>
                      <a:pt x="41" y="21"/>
                    </a:cubicBezTo>
                    <a:cubicBezTo>
                      <a:pt x="40" y="21"/>
                      <a:pt x="38" y="20"/>
                      <a:pt x="37" y="20"/>
                    </a:cubicBezTo>
                    <a:cubicBezTo>
                      <a:pt x="41" y="17"/>
                      <a:pt x="44" y="15"/>
                      <a:pt x="48" y="13"/>
                    </a:cubicBezTo>
                    <a:close/>
                    <a:moveTo>
                      <a:pt x="28" y="28"/>
                    </a:moveTo>
                    <a:cubicBezTo>
                      <a:pt x="29" y="27"/>
                      <a:pt x="30" y="26"/>
                      <a:pt x="31" y="25"/>
                    </a:cubicBezTo>
                    <a:cubicBezTo>
                      <a:pt x="33" y="25"/>
                      <a:pt x="35" y="26"/>
                      <a:pt x="36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4" y="32"/>
                      <a:pt x="30" y="39"/>
                      <a:pt x="28" y="46"/>
                    </a:cubicBezTo>
                    <a:cubicBezTo>
                      <a:pt x="28" y="46"/>
                      <a:pt x="27" y="46"/>
                      <a:pt x="27" y="46"/>
                    </a:cubicBezTo>
                    <a:cubicBezTo>
                      <a:pt x="23" y="44"/>
                      <a:pt x="20" y="43"/>
                      <a:pt x="17" y="41"/>
                    </a:cubicBezTo>
                    <a:cubicBezTo>
                      <a:pt x="20" y="36"/>
                      <a:pt x="24" y="32"/>
                      <a:pt x="28" y="28"/>
                    </a:cubicBezTo>
                    <a:close/>
                    <a:moveTo>
                      <a:pt x="14" y="46"/>
                    </a:moveTo>
                    <a:cubicBezTo>
                      <a:pt x="18" y="48"/>
                      <a:pt x="22" y="50"/>
                      <a:pt x="26" y="52"/>
                    </a:cubicBezTo>
                    <a:cubicBezTo>
                      <a:pt x="24" y="60"/>
                      <a:pt x="23" y="69"/>
                      <a:pt x="22" y="78"/>
                    </a:cubicBezTo>
                    <a:cubicBezTo>
                      <a:pt x="6" y="78"/>
                      <a:pt x="6" y="78"/>
                      <a:pt x="6" y="78"/>
                    </a:cubicBezTo>
                    <a:cubicBezTo>
                      <a:pt x="6" y="67"/>
                      <a:pt x="9" y="56"/>
                      <a:pt x="14" y="46"/>
                    </a:cubicBezTo>
                    <a:close/>
                    <a:moveTo>
                      <a:pt x="6" y="84"/>
                    </a:moveTo>
                    <a:cubicBezTo>
                      <a:pt x="22" y="84"/>
                      <a:pt x="22" y="84"/>
                      <a:pt x="22" y="84"/>
                    </a:cubicBezTo>
                    <a:cubicBezTo>
                      <a:pt x="23" y="93"/>
                      <a:pt x="24" y="102"/>
                      <a:pt x="26" y="110"/>
                    </a:cubicBezTo>
                    <a:cubicBezTo>
                      <a:pt x="26" y="110"/>
                      <a:pt x="25" y="110"/>
                      <a:pt x="25" y="111"/>
                    </a:cubicBezTo>
                    <a:cubicBezTo>
                      <a:pt x="21" y="112"/>
                      <a:pt x="17" y="114"/>
                      <a:pt x="14" y="116"/>
                    </a:cubicBezTo>
                    <a:cubicBezTo>
                      <a:pt x="9" y="106"/>
                      <a:pt x="6" y="95"/>
                      <a:pt x="6" y="84"/>
                    </a:cubicBezTo>
                    <a:close/>
                    <a:moveTo>
                      <a:pt x="28" y="134"/>
                    </a:moveTo>
                    <a:cubicBezTo>
                      <a:pt x="24" y="130"/>
                      <a:pt x="20" y="126"/>
                      <a:pt x="17" y="121"/>
                    </a:cubicBezTo>
                    <a:cubicBezTo>
                      <a:pt x="20" y="119"/>
                      <a:pt x="24" y="118"/>
                      <a:pt x="28" y="116"/>
                    </a:cubicBezTo>
                    <a:cubicBezTo>
                      <a:pt x="30" y="123"/>
                      <a:pt x="34" y="130"/>
                      <a:pt x="37" y="135"/>
                    </a:cubicBezTo>
                    <a:cubicBezTo>
                      <a:pt x="35" y="136"/>
                      <a:pt x="33" y="137"/>
                      <a:pt x="31" y="137"/>
                    </a:cubicBezTo>
                    <a:cubicBezTo>
                      <a:pt x="30" y="136"/>
                      <a:pt x="29" y="135"/>
                      <a:pt x="28" y="134"/>
                    </a:cubicBezTo>
                    <a:close/>
                    <a:moveTo>
                      <a:pt x="37" y="142"/>
                    </a:moveTo>
                    <a:cubicBezTo>
                      <a:pt x="37" y="142"/>
                      <a:pt x="38" y="142"/>
                      <a:pt x="38" y="142"/>
                    </a:cubicBezTo>
                    <a:cubicBezTo>
                      <a:pt x="39" y="141"/>
                      <a:pt x="40" y="141"/>
                      <a:pt x="41" y="141"/>
                    </a:cubicBezTo>
                    <a:cubicBezTo>
                      <a:pt x="43" y="144"/>
                      <a:pt x="46" y="146"/>
                      <a:pt x="48" y="149"/>
                    </a:cubicBezTo>
                    <a:cubicBezTo>
                      <a:pt x="44" y="147"/>
                      <a:pt x="41" y="145"/>
                      <a:pt x="37" y="142"/>
                    </a:cubicBezTo>
                    <a:close/>
                    <a:moveTo>
                      <a:pt x="48" y="139"/>
                    </a:moveTo>
                    <a:cubicBezTo>
                      <a:pt x="51" y="139"/>
                      <a:pt x="54" y="138"/>
                      <a:pt x="56" y="138"/>
                    </a:cubicBezTo>
                    <a:cubicBezTo>
                      <a:pt x="59" y="144"/>
                      <a:pt x="61" y="148"/>
                      <a:pt x="64" y="152"/>
                    </a:cubicBezTo>
                    <a:cubicBezTo>
                      <a:pt x="58" y="149"/>
                      <a:pt x="53" y="145"/>
                      <a:pt x="48" y="139"/>
                    </a:cubicBezTo>
                    <a:close/>
                    <a:moveTo>
                      <a:pt x="78" y="156"/>
                    </a:moveTo>
                    <a:cubicBezTo>
                      <a:pt x="76" y="155"/>
                      <a:pt x="73" y="153"/>
                      <a:pt x="71" y="151"/>
                    </a:cubicBezTo>
                    <a:cubicBezTo>
                      <a:pt x="68" y="148"/>
                      <a:pt x="65" y="143"/>
                      <a:pt x="63" y="137"/>
                    </a:cubicBezTo>
                    <a:cubicBezTo>
                      <a:pt x="68" y="137"/>
                      <a:pt x="73" y="137"/>
                      <a:pt x="78" y="137"/>
                    </a:cubicBezTo>
                    <a:lnTo>
                      <a:pt x="78" y="156"/>
                    </a:lnTo>
                    <a:close/>
                    <a:moveTo>
                      <a:pt x="78" y="130"/>
                    </a:moveTo>
                    <a:cubicBezTo>
                      <a:pt x="72" y="130"/>
                      <a:pt x="66" y="131"/>
                      <a:pt x="61" y="131"/>
                    </a:cubicBezTo>
                    <a:cubicBezTo>
                      <a:pt x="60" y="129"/>
                      <a:pt x="59" y="127"/>
                      <a:pt x="58" y="124"/>
                    </a:cubicBezTo>
                    <a:cubicBezTo>
                      <a:pt x="57" y="119"/>
                      <a:pt x="56" y="114"/>
                      <a:pt x="55" y="109"/>
                    </a:cubicBezTo>
                    <a:cubicBezTo>
                      <a:pt x="62" y="108"/>
                      <a:pt x="70" y="108"/>
                      <a:pt x="78" y="108"/>
                    </a:cubicBezTo>
                    <a:lnTo>
                      <a:pt x="78" y="130"/>
                    </a:lnTo>
                    <a:close/>
                    <a:moveTo>
                      <a:pt x="78" y="101"/>
                    </a:moveTo>
                    <a:cubicBezTo>
                      <a:pt x="70" y="102"/>
                      <a:pt x="62" y="102"/>
                      <a:pt x="54" y="103"/>
                    </a:cubicBezTo>
                    <a:cubicBezTo>
                      <a:pt x="54" y="97"/>
                      <a:pt x="53" y="91"/>
                      <a:pt x="53" y="84"/>
                    </a:cubicBezTo>
                    <a:cubicBezTo>
                      <a:pt x="78" y="84"/>
                      <a:pt x="78" y="84"/>
                      <a:pt x="78" y="84"/>
                    </a:cubicBezTo>
                    <a:lnTo>
                      <a:pt x="78" y="101"/>
                    </a:lnTo>
                    <a:close/>
                    <a:moveTo>
                      <a:pt x="78" y="78"/>
                    </a:moveTo>
                    <a:cubicBezTo>
                      <a:pt x="53" y="78"/>
                      <a:pt x="53" y="78"/>
                      <a:pt x="53" y="78"/>
                    </a:cubicBezTo>
                    <a:cubicBezTo>
                      <a:pt x="53" y="71"/>
                      <a:pt x="54" y="65"/>
                      <a:pt x="54" y="59"/>
                    </a:cubicBezTo>
                    <a:cubicBezTo>
                      <a:pt x="62" y="60"/>
                      <a:pt x="70" y="60"/>
                      <a:pt x="78" y="61"/>
                    </a:cubicBezTo>
                    <a:lnTo>
                      <a:pt x="78" y="78"/>
                    </a:lnTo>
                    <a:close/>
                    <a:moveTo>
                      <a:pt x="78" y="54"/>
                    </a:moveTo>
                    <a:cubicBezTo>
                      <a:pt x="70" y="54"/>
                      <a:pt x="62" y="54"/>
                      <a:pt x="55" y="53"/>
                    </a:cubicBezTo>
                    <a:cubicBezTo>
                      <a:pt x="57" y="44"/>
                      <a:pt x="58" y="37"/>
                      <a:pt x="61" y="31"/>
                    </a:cubicBezTo>
                    <a:cubicBezTo>
                      <a:pt x="66" y="31"/>
                      <a:pt x="72" y="32"/>
                      <a:pt x="78" y="32"/>
                    </a:cubicBezTo>
                    <a:lnTo>
                      <a:pt x="78" y="54"/>
                    </a:lnTo>
                    <a:close/>
                    <a:moveTo>
                      <a:pt x="63" y="25"/>
                    </a:moveTo>
                    <a:cubicBezTo>
                      <a:pt x="65" y="19"/>
                      <a:pt x="68" y="14"/>
                      <a:pt x="71" y="11"/>
                    </a:cubicBezTo>
                    <a:cubicBezTo>
                      <a:pt x="73" y="9"/>
                      <a:pt x="76" y="7"/>
                      <a:pt x="78" y="6"/>
                    </a:cubicBezTo>
                    <a:cubicBezTo>
                      <a:pt x="78" y="25"/>
                      <a:pt x="78" y="25"/>
                      <a:pt x="78" y="25"/>
                    </a:cubicBezTo>
                    <a:cubicBezTo>
                      <a:pt x="73" y="25"/>
                      <a:pt x="68" y="25"/>
                      <a:pt x="63" y="2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dirty="0"/>
              </a:p>
            </p:txBody>
          </p:sp>
        </p:grp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0C2A2887-B9C5-43A6-A8AC-DFA9427F59B5}"/>
                </a:ext>
              </a:extLst>
            </p:cNvPr>
            <p:cNvSpPr txBox="1"/>
            <p:nvPr/>
          </p:nvSpPr>
          <p:spPr>
            <a:xfrm>
              <a:off x="5015086" y="1929820"/>
              <a:ext cx="114159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浏览器</a:t>
              </a:r>
              <a:endPara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组成</a:t>
              </a:r>
            </a:p>
          </p:txBody>
        </p:sp>
      </p:grpSp>
      <p:sp>
        <p:nvSpPr>
          <p:cNvPr id="41" name="Title 1">
            <a:extLst>
              <a:ext uri="{FF2B5EF4-FFF2-40B4-BE49-F238E27FC236}">
                <a16:creationId xmlns:a16="http://schemas.microsoft.com/office/drawing/2014/main" id="{1AAEBE5C-8500-48A6-A141-21875F3773CA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浏览器</a:t>
            </a:r>
          </a:p>
        </p:txBody>
      </p:sp>
    </p:spTree>
    <p:extLst>
      <p:ext uri="{BB962C8B-B14F-4D97-AF65-F5344CB8AC3E}">
        <p14:creationId xmlns:p14="http://schemas.microsoft.com/office/powerpoint/2010/main" val="139593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4" y="3576722"/>
            <a:ext cx="5319801" cy="178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代码编辑器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能够独立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完成</a:t>
            </a:r>
            <a:r>
              <a:rPr lang="en-US" altLang="zh-CN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Visual Studio Code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编辑器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的下载和安装，并且能够安装所需的扩展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6D1D07A3-84F5-4434-B72B-B427AF7D4CEE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代码编辑器</a:t>
            </a:r>
          </a:p>
        </p:txBody>
      </p:sp>
    </p:spTree>
    <p:extLst>
      <p:ext uri="{BB962C8B-B14F-4D97-AF65-F5344CB8AC3E}">
        <p14:creationId xmlns:p14="http://schemas.microsoft.com/office/powerpoint/2010/main" val="49952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文本框 48">
            <a:extLst>
              <a:ext uri="{FF2B5EF4-FFF2-40B4-BE49-F238E27FC236}">
                <a16:creationId xmlns:a16="http://schemas.microsoft.com/office/drawing/2014/main" id="{0D48AFDC-6454-4923-A4A7-187756BDC350}"/>
              </a:ext>
            </a:extLst>
          </p:cNvPr>
          <p:cNvSpPr txBox="1"/>
          <p:nvPr/>
        </p:nvSpPr>
        <p:spPr>
          <a:xfrm>
            <a:off x="1054646" y="1053530"/>
            <a:ext cx="10369152" cy="1230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一款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优秀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代码编辑器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能够极大提高程序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开发效率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体验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开发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常用的代码编辑器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9659AE0-363F-48A3-8F7B-FB74CAC3DA1E}"/>
              </a:ext>
            </a:extLst>
          </p:cNvPr>
          <p:cNvSpPr txBox="1"/>
          <p:nvPr/>
        </p:nvSpPr>
        <p:spPr>
          <a:xfrm>
            <a:off x="1054646" y="2475830"/>
            <a:ext cx="3240360" cy="1962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595959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Sublime Text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7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HBuilder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445B6DD-68FA-42AA-BADE-D6034FC8BF4F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代码编辑器</a:t>
            </a:r>
          </a:p>
        </p:txBody>
      </p:sp>
    </p:spTree>
    <p:extLst>
      <p:ext uri="{BB962C8B-B14F-4D97-AF65-F5344CB8AC3E}">
        <p14:creationId xmlns:p14="http://schemas.microsoft.com/office/powerpoint/2010/main" val="3322401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文本框 48">
            <a:extLst>
              <a:ext uri="{FF2B5EF4-FFF2-40B4-BE49-F238E27FC236}">
                <a16:creationId xmlns:a16="http://schemas.microsoft.com/office/drawing/2014/main" id="{0D48AFDC-6454-4923-A4A7-187756BDC350}"/>
              </a:ext>
            </a:extLst>
          </p:cNvPr>
          <p:cNvSpPr txBox="1"/>
          <p:nvPr/>
        </p:nvSpPr>
        <p:spPr>
          <a:xfrm>
            <a:off x="1054646" y="1053530"/>
            <a:ext cx="10585176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（简称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VS Code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）是由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微软公司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推出的一款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免费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开源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的代码编辑器，其特点如下。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9659AE0-363F-48A3-8F7B-FB74CAC3DA1E}"/>
              </a:ext>
            </a:extLst>
          </p:cNvPr>
          <p:cNvSpPr txBox="1"/>
          <p:nvPr/>
        </p:nvSpPr>
        <p:spPr>
          <a:xfrm>
            <a:off x="1054646" y="2277666"/>
            <a:ext cx="10513168" cy="4001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595959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轻巧极速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，占用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系统资源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较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zh-CN" altLang="en-US" sz="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具备智能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代码补全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语法高亮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显示、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自定义快捷键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代码匹配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等功能。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7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Clr>
                <a:srgbClr val="595959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跨平台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，可用于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macOS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Windows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Linux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系统。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Clr>
                <a:srgbClr val="595959"/>
              </a:buClr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主题界面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的设计比较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人性化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05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提供丰富的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扩展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Extensions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），用户可以根据需要自行下载和安装扩展，以增强编辑器的功能。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13221FF-9474-476D-9CE4-0CA2F0C7063A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代码编辑器</a:t>
            </a:r>
          </a:p>
        </p:txBody>
      </p:sp>
    </p:spTree>
    <p:extLst>
      <p:ext uri="{BB962C8B-B14F-4D97-AF65-F5344CB8AC3E}">
        <p14:creationId xmlns:p14="http://schemas.microsoft.com/office/powerpoint/2010/main" val="364428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27">
            <a:extLst>
              <a:ext uri="{FF2B5EF4-FFF2-40B4-BE49-F238E27FC236}">
                <a16:creationId xmlns:a16="http://schemas.microsoft.com/office/drawing/2014/main" id="{2EA9DBB3-B052-4275-A871-9102C2C8BF42}"/>
              </a:ext>
            </a:extLst>
          </p:cNvPr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5784E588-A162-4D17-8C04-9F9514914D73}"/>
              </a:ext>
            </a:extLst>
          </p:cNvPr>
          <p:cNvSpPr/>
          <p:nvPr/>
        </p:nvSpPr>
        <p:spPr>
          <a:xfrm>
            <a:off x="2780980" y="2340236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DDC96F1-910F-48E2-95D3-04925B71FFAE}"/>
              </a:ext>
            </a:extLst>
          </p:cNvPr>
          <p:cNvGrpSpPr/>
          <p:nvPr/>
        </p:nvGrpSpPr>
        <p:grpSpPr>
          <a:xfrm>
            <a:off x="1048474" y="2141478"/>
            <a:ext cx="1697534" cy="515997"/>
            <a:chOff x="-2086" y="2141478"/>
            <a:chExt cx="1697534" cy="515997"/>
          </a:xfrm>
        </p:grpSpPr>
        <p:sp>
          <p:nvSpPr>
            <p:cNvPr id="8" name="箭头: 五边形 31">
              <a:extLst>
                <a:ext uri="{FF2B5EF4-FFF2-40B4-BE49-F238E27FC236}">
                  <a16:creationId xmlns:a16="http://schemas.microsoft.com/office/drawing/2014/main" id="{7DDDD77B-2F55-4D88-94F7-D10BBED35AE3}"/>
                </a:ext>
              </a:extLst>
            </p:cNvPr>
            <p:cNvSpPr/>
            <p:nvPr/>
          </p:nvSpPr>
          <p:spPr>
            <a:xfrm>
              <a:off x="5715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0050C20-38E8-4FA5-81BC-B6DB62EF1408}"/>
                </a:ext>
              </a:extLst>
            </p:cNvPr>
            <p:cNvSpPr txBox="1"/>
            <p:nvPr/>
          </p:nvSpPr>
          <p:spPr>
            <a:xfrm>
              <a:off x="-2086" y="2168643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C2EF3FE2-EC04-409C-AC46-E01C9E7CD99D}"/>
              </a:ext>
            </a:extLst>
          </p:cNvPr>
          <p:cNvSpPr txBox="1"/>
          <p:nvPr/>
        </p:nvSpPr>
        <p:spPr>
          <a:xfrm>
            <a:off x="1050560" y="3616201"/>
            <a:ext cx="1626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C9C711C-EBCC-4FEF-8AFA-F517953243EF}"/>
              </a:ext>
            </a:extLst>
          </p:cNvPr>
          <p:cNvSpPr txBox="1"/>
          <p:nvPr/>
        </p:nvSpPr>
        <p:spPr>
          <a:xfrm>
            <a:off x="1048474" y="5013970"/>
            <a:ext cx="1626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9D646B3-3A2D-4B34-B6AA-2E83671482A1}"/>
              </a:ext>
            </a:extLst>
          </p:cNvPr>
          <p:cNvSpPr/>
          <p:nvPr/>
        </p:nvSpPr>
        <p:spPr>
          <a:xfrm>
            <a:off x="2780980" y="3826141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B058BF9-5F7A-482A-A709-1705786C8068}"/>
              </a:ext>
            </a:extLst>
          </p:cNvPr>
          <p:cNvSpPr/>
          <p:nvPr/>
        </p:nvSpPr>
        <p:spPr>
          <a:xfrm>
            <a:off x="2780980" y="5230185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7" name="1">
            <a:extLst>
              <a:ext uri="{FF2B5EF4-FFF2-40B4-BE49-F238E27FC236}">
                <a16:creationId xmlns:a16="http://schemas.microsoft.com/office/drawing/2014/main" id="{4D1576EC-885E-4B73-A607-F0D536BBC90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718942" y="1120208"/>
            <a:ext cx="561662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下载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Visual Studio Code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安装包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A1D8F4A-A1CC-445C-86A5-CBED90134B37}"/>
              </a:ext>
            </a:extLst>
          </p:cNvPr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19" name="直线连接符 8">
              <a:extLst>
                <a:ext uri="{FF2B5EF4-FFF2-40B4-BE49-F238E27FC236}">
                  <a16:creationId xmlns:a16="http://schemas.microsoft.com/office/drawing/2014/main" id="{0DE37C17-AA11-4808-A762-526276D28F63}"/>
                </a:ext>
              </a:extLst>
            </p:cNvPr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9F91575F-E141-45CD-BD22-DBACB1FB6678}"/>
                </a:ext>
              </a:extLst>
            </p:cNvPr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4856349D-2AFC-4270-9E77-D3345C36AA72}"/>
                </a:ext>
              </a:extLst>
            </p:cNvPr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4E85BD41-BB91-41C5-A2E2-A736581B65F3}"/>
              </a:ext>
            </a:extLst>
          </p:cNvPr>
          <p:cNvSpPr txBox="1"/>
          <p:nvPr/>
        </p:nvSpPr>
        <p:spPr>
          <a:xfrm>
            <a:off x="3191233" y="1701602"/>
            <a:ext cx="8448589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打开浏览器，登录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官方网站，单击“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Download for Windows”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按钮，下载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安装包。</a:t>
            </a:r>
          </a:p>
        </p:txBody>
      </p:sp>
      <p:pic>
        <p:nvPicPr>
          <p:cNvPr id="8194" name="图片 1">
            <a:extLst>
              <a:ext uri="{FF2B5EF4-FFF2-40B4-BE49-F238E27FC236}">
                <a16:creationId xmlns:a16="http://schemas.microsoft.com/office/drawing/2014/main" id="{0B99142F-B1B8-4CBA-A8E7-E84B49C16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0990" y="2853729"/>
            <a:ext cx="5328592" cy="3699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E4C1C70C-DB72-4943-A822-87E707ABC112}"/>
              </a:ext>
            </a:extLst>
          </p:cNvPr>
          <p:cNvSpPr/>
          <p:nvPr/>
        </p:nvSpPr>
        <p:spPr>
          <a:xfrm>
            <a:off x="5879182" y="5085979"/>
            <a:ext cx="2160237" cy="50405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426589F4-663D-41A1-9796-221CDD66FA69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代码编辑器</a:t>
            </a:r>
          </a:p>
        </p:txBody>
      </p:sp>
    </p:spTree>
    <p:extLst>
      <p:ext uri="{BB962C8B-B14F-4D97-AF65-F5344CB8AC3E}">
        <p14:creationId xmlns:p14="http://schemas.microsoft.com/office/powerpoint/2010/main" val="4013704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27">
            <a:extLst>
              <a:ext uri="{FF2B5EF4-FFF2-40B4-BE49-F238E27FC236}">
                <a16:creationId xmlns:a16="http://schemas.microsoft.com/office/drawing/2014/main" id="{2EA9DBB3-B052-4275-A871-9102C2C8BF42}"/>
              </a:ext>
            </a:extLst>
          </p:cNvPr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5784E588-A162-4D17-8C04-9F9514914D73}"/>
              </a:ext>
            </a:extLst>
          </p:cNvPr>
          <p:cNvSpPr/>
          <p:nvPr/>
        </p:nvSpPr>
        <p:spPr>
          <a:xfrm>
            <a:off x="2780980" y="2340236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C9C711C-EBCC-4FEF-8AFA-F517953243EF}"/>
              </a:ext>
            </a:extLst>
          </p:cNvPr>
          <p:cNvSpPr txBox="1"/>
          <p:nvPr/>
        </p:nvSpPr>
        <p:spPr>
          <a:xfrm>
            <a:off x="1048474" y="5013970"/>
            <a:ext cx="1626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9D646B3-3A2D-4B34-B6AA-2E83671482A1}"/>
              </a:ext>
            </a:extLst>
          </p:cNvPr>
          <p:cNvSpPr/>
          <p:nvPr/>
        </p:nvSpPr>
        <p:spPr>
          <a:xfrm>
            <a:off x="2780980" y="3826141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B058BF9-5F7A-482A-A709-1705786C8068}"/>
              </a:ext>
            </a:extLst>
          </p:cNvPr>
          <p:cNvSpPr/>
          <p:nvPr/>
        </p:nvSpPr>
        <p:spPr>
          <a:xfrm>
            <a:off x="2780980" y="5230185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7" name="1">
            <a:extLst>
              <a:ext uri="{FF2B5EF4-FFF2-40B4-BE49-F238E27FC236}">
                <a16:creationId xmlns:a16="http://schemas.microsoft.com/office/drawing/2014/main" id="{4D1576EC-885E-4B73-A607-F0D536BBC90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790950" y="1120208"/>
            <a:ext cx="561662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安装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Visual Studio Code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编辑器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E85BD41-BB91-41C5-A2E2-A736581B65F3}"/>
              </a:ext>
            </a:extLst>
          </p:cNvPr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在下载目录中找到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安装包，双击该安装包，完成安装。</a:t>
            </a:r>
          </a:p>
        </p:txBody>
      </p:sp>
      <p:pic>
        <p:nvPicPr>
          <p:cNvPr id="23" name="Picture 3">
            <a:extLst>
              <a:ext uri="{FF2B5EF4-FFF2-40B4-BE49-F238E27FC236}">
                <a16:creationId xmlns:a16="http://schemas.microsoft.com/office/drawing/2014/main" id="{E7965FF7-6D46-4BB6-812D-9772EA4A9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229" y="2997745"/>
            <a:ext cx="1584177" cy="2059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A0015195-27E6-4E9B-9284-1911CA470EBF}"/>
              </a:ext>
            </a:extLst>
          </p:cNvPr>
          <p:cNvGrpSpPr/>
          <p:nvPr/>
        </p:nvGrpSpPr>
        <p:grpSpPr>
          <a:xfrm>
            <a:off x="1054131" y="3633877"/>
            <a:ext cx="1697534" cy="515997"/>
            <a:chOff x="-2086" y="2141478"/>
            <a:chExt cx="1697534" cy="515997"/>
          </a:xfrm>
        </p:grpSpPr>
        <p:sp>
          <p:nvSpPr>
            <p:cNvPr id="25" name="箭头: 五边形 31">
              <a:extLst>
                <a:ext uri="{FF2B5EF4-FFF2-40B4-BE49-F238E27FC236}">
                  <a16:creationId xmlns:a16="http://schemas.microsoft.com/office/drawing/2014/main" id="{314F25E3-C551-4513-B0B8-300AA8BBA94D}"/>
                </a:ext>
              </a:extLst>
            </p:cNvPr>
            <p:cNvSpPr/>
            <p:nvPr/>
          </p:nvSpPr>
          <p:spPr>
            <a:xfrm>
              <a:off x="5715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3F3F399-B2D5-4043-B58B-2FA3D020D595}"/>
                </a:ext>
              </a:extLst>
            </p:cNvPr>
            <p:cNvSpPr txBox="1"/>
            <p:nvPr/>
          </p:nvSpPr>
          <p:spPr>
            <a:xfrm>
              <a:off x="-2086" y="2168643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548FAB30-D9D2-4713-9F15-A9B4A5D476BA}"/>
              </a:ext>
            </a:extLst>
          </p:cNvPr>
          <p:cNvSpPr txBox="1"/>
          <p:nvPr/>
        </p:nvSpPr>
        <p:spPr>
          <a:xfrm>
            <a:off x="1054646" y="2205658"/>
            <a:ext cx="1626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727327DE-A053-4F91-AAEC-A83BE284D651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代码编辑器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A1D8F4A-A1CC-445C-86A5-CBED90134B37}"/>
              </a:ext>
            </a:extLst>
          </p:cNvPr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30" name="直线连接符 8">
              <a:extLst>
                <a:ext uri="{FF2B5EF4-FFF2-40B4-BE49-F238E27FC236}">
                  <a16:creationId xmlns:a16="http://schemas.microsoft.com/office/drawing/2014/main" id="{0DE37C17-AA11-4808-A762-526276D28F63}"/>
                </a:ext>
              </a:extLst>
            </p:cNvPr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9F91575F-E141-45CD-BD22-DBACB1FB6678}"/>
                </a:ext>
              </a:extLst>
            </p:cNvPr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4856349D-2AFC-4270-9E77-D3345C36AA72}"/>
                </a:ext>
              </a:extLst>
            </p:cNvPr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51099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27">
            <a:extLst>
              <a:ext uri="{FF2B5EF4-FFF2-40B4-BE49-F238E27FC236}">
                <a16:creationId xmlns:a16="http://schemas.microsoft.com/office/drawing/2014/main" id="{2EA9DBB3-B052-4275-A871-9102C2C8BF42}"/>
              </a:ext>
            </a:extLst>
          </p:cNvPr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5784E588-A162-4D17-8C04-9F9514914D73}"/>
              </a:ext>
            </a:extLst>
          </p:cNvPr>
          <p:cNvSpPr/>
          <p:nvPr/>
        </p:nvSpPr>
        <p:spPr>
          <a:xfrm>
            <a:off x="2780980" y="2340236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9D646B3-3A2D-4B34-B6AA-2E83671482A1}"/>
              </a:ext>
            </a:extLst>
          </p:cNvPr>
          <p:cNvSpPr/>
          <p:nvPr/>
        </p:nvSpPr>
        <p:spPr>
          <a:xfrm>
            <a:off x="2780980" y="3826141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B058BF9-5F7A-482A-A709-1705786C8068}"/>
              </a:ext>
            </a:extLst>
          </p:cNvPr>
          <p:cNvSpPr/>
          <p:nvPr/>
        </p:nvSpPr>
        <p:spPr>
          <a:xfrm>
            <a:off x="2780980" y="5230185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7" name="1">
            <a:extLst>
              <a:ext uri="{FF2B5EF4-FFF2-40B4-BE49-F238E27FC236}">
                <a16:creationId xmlns:a16="http://schemas.microsoft.com/office/drawing/2014/main" id="{4D1576EC-885E-4B73-A607-F0D536BBC90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718942" y="1120208"/>
            <a:ext cx="561662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启动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Visual Studio Code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E85BD41-BB91-41C5-A2E2-A736581B65F3}"/>
              </a:ext>
            </a:extLst>
          </p:cNvPr>
          <p:cNvSpPr txBox="1"/>
          <p:nvPr/>
        </p:nvSpPr>
        <p:spPr>
          <a:xfrm>
            <a:off x="3191233" y="1701602"/>
            <a:ext cx="8448589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启动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编辑器，即可进入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初始界面。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3F3F399-B2D5-4043-B58B-2FA3D020D595}"/>
              </a:ext>
            </a:extLst>
          </p:cNvPr>
          <p:cNvSpPr txBox="1"/>
          <p:nvPr/>
        </p:nvSpPr>
        <p:spPr>
          <a:xfrm>
            <a:off x="1054131" y="3661042"/>
            <a:ext cx="1490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+mn-ea"/>
              </a:rPr>
              <a:t>步骤</a:t>
            </a:r>
            <a:r>
              <a:rPr lang="en-US" altLang="zh-CN" sz="2400" dirty="0">
                <a:solidFill>
                  <a:schemeClr val="bg1"/>
                </a:solidFill>
                <a:latin typeface="+mn-ea"/>
              </a:rPr>
              <a:t>2</a:t>
            </a:r>
            <a:endParaRPr lang="zh-CN" altLang="en-US" sz="2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48FAB30-D9D2-4713-9F15-A9B4A5D476BA}"/>
              </a:ext>
            </a:extLst>
          </p:cNvPr>
          <p:cNvSpPr txBox="1"/>
          <p:nvPr/>
        </p:nvSpPr>
        <p:spPr>
          <a:xfrm>
            <a:off x="1054646" y="2205658"/>
            <a:ext cx="1626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218" name="图片 1">
            <a:extLst>
              <a:ext uri="{FF2B5EF4-FFF2-40B4-BE49-F238E27FC236}">
                <a16:creationId xmlns:a16="http://schemas.microsoft.com/office/drawing/2014/main" id="{4138DE7A-9F8E-4743-AD30-45CBDDFAE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0990" y="2421682"/>
            <a:ext cx="5654688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" name="组合 26">
            <a:extLst>
              <a:ext uri="{FF2B5EF4-FFF2-40B4-BE49-F238E27FC236}">
                <a16:creationId xmlns:a16="http://schemas.microsoft.com/office/drawing/2014/main" id="{CC1F40B7-4980-4D25-A806-CBDD388795DE}"/>
              </a:ext>
            </a:extLst>
          </p:cNvPr>
          <p:cNvGrpSpPr/>
          <p:nvPr/>
        </p:nvGrpSpPr>
        <p:grpSpPr>
          <a:xfrm>
            <a:off x="1054646" y="5034752"/>
            <a:ext cx="1697534" cy="515997"/>
            <a:chOff x="-2086" y="2141478"/>
            <a:chExt cx="1697534" cy="515997"/>
          </a:xfrm>
        </p:grpSpPr>
        <p:sp>
          <p:nvSpPr>
            <p:cNvPr id="29" name="箭头: 五边形 31">
              <a:extLst>
                <a:ext uri="{FF2B5EF4-FFF2-40B4-BE49-F238E27FC236}">
                  <a16:creationId xmlns:a16="http://schemas.microsoft.com/office/drawing/2014/main" id="{4106A9B5-CEBC-4EA9-92BE-A174066317E6}"/>
                </a:ext>
              </a:extLst>
            </p:cNvPr>
            <p:cNvSpPr/>
            <p:nvPr/>
          </p:nvSpPr>
          <p:spPr>
            <a:xfrm>
              <a:off x="5715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06CD1699-1282-4957-8B05-F5A755FEF09C}"/>
                </a:ext>
              </a:extLst>
            </p:cNvPr>
            <p:cNvSpPr txBox="1"/>
            <p:nvPr/>
          </p:nvSpPr>
          <p:spPr>
            <a:xfrm>
              <a:off x="-2086" y="2168643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F917E7E3-E65F-4C72-B013-D3DB59B72A97}"/>
              </a:ext>
            </a:extLst>
          </p:cNvPr>
          <p:cNvSpPr txBox="1"/>
          <p:nvPr/>
        </p:nvSpPr>
        <p:spPr>
          <a:xfrm>
            <a:off x="1052824" y="3688209"/>
            <a:ext cx="1626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2E3C759E-8C9B-465A-A043-D49ED6D37906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代码编辑器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A1D8F4A-A1CC-445C-86A5-CBED90134B37}"/>
              </a:ext>
            </a:extLst>
          </p:cNvPr>
          <p:cNvGrpSpPr/>
          <p:nvPr/>
        </p:nvGrpSpPr>
        <p:grpSpPr>
          <a:xfrm>
            <a:off x="4511030" y="1614449"/>
            <a:ext cx="4248472" cy="45722"/>
            <a:chOff x="4268274" y="3100583"/>
            <a:chExt cx="4248472" cy="45722"/>
          </a:xfrm>
        </p:grpSpPr>
        <p:cxnSp>
          <p:nvCxnSpPr>
            <p:cNvPr id="25" name="直线连接符 8">
              <a:extLst>
                <a:ext uri="{FF2B5EF4-FFF2-40B4-BE49-F238E27FC236}">
                  <a16:creationId xmlns:a16="http://schemas.microsoft.com/office/drawing/2014/main" id="{0DE37C17-AA11-4808-A762-526276D28F63}"/>
                </a:ext>
              </a:extLst>
            </p:cNvPr>
            <p:cNvCxnSpPr/>
            <p:nvPr/>
          </p:nvCxnSpPr>
          <p:spPr>
            <a:xfrm>
              <a:off x="4327582" y="3123446"/>
              <a:ext cx="41307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9F91575F-E141-45CD-BD22-DBACB1FB6678}"/>
                </a:ext>
              </a:extLst>
            </p:cNvPr>
            <p:cNvSpPr/>
            <p:nvPr/>
          </p:nvSpPr>
          <p:spPr>
            <a:xfrm>
              <a:off x="4268274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4856349D-2AFC-4270-9E77-D3345C36AA72}"/>
                </a:ext>
              </a:extLst>
            </p:cNvPr>
            <p:cNvSpPr/>
            <p:nvPr/>
          </p:nvSpPr>
          <p:spPr>
            <a:xfrm>
              <a:off x="8471027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2288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云形标注 5">
            <a:extLst>
              <a:ext uri="{FF2B5EF4-FFF2-40B4-BE49-F238E27FC236}">
                <a16:creationId xmlns:a16="http://schemas.microsoft.com/office/drawing/2014/main" id="{90B17EBC-DFB7-4DE3-9E6F-6878D7D13CF4}"/>
              </a:ext>
            </a:extLst>
          </p:cNvPr>
          <p:cNvSpPr/>
          <p:nvPr/>
        </p:nvSpPr>
        <p:spPr>
          <a:xfrm>
            <a:off x="1917874" y="1501750"/>
            <a:ext cx="5257452" cy="2432100"/>
          </a:xfrm>
          <a:prstGeom prst="cloudCallout">
            <a:avLst>
              <a:gd name="adj1" fmla="val 64873"/>
              <a:gd name="adj2" fmla="val 423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Visual Studio Code</a:t>
            </a:r>
            <a:r>
              <a:rPr kumimoji="1"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编辑器默认是英文语言，如何切换成中文语言呢？</a:t>
            </a:r>
            <a:endParaRPr kumimoji="1"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B8BE9834-2D64-4F78-8A63-E2A766686A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1975" r="11457" b="7902"/>
          <a:stretch>
            <a:fillRect/>
          </a:stretch>
        </p:blipFill>
        <p:spPr bwMode="auto">
          <a:xfrm>
            <a:off x="8720698" y="1456267"/>
            <a:ext cx="2650193" cy="420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A8CF944-EF19-4B65-8A48-5ABF097EAB2B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代码编辑器</a:t>
            </a:r>
          </a:p>
        </p:txBody>
      </p:sp>
    </p:spTree>
    <p:extLst>
      <p:ext uri="{BB962C8B-B14F-4D97-AF65-F5344CB8AC3E}">
        <p14:creationId xmlns:p14="http://schemas.microsoft.com/office/powerpoint/2010/main" val="202945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27">
            <a:extLst>
              <a:ext uri="{FF2B5EF4-FFF2-40B4-BE49-F238E27FC236}">
                <a16:creationId xmlns:a16="http://schemas.microsoft.com/office/drawing/2014/main" id="{2EA9DBB3-B052-4275-A871-9102C2C8BF42}"/>
              </a:ext>
            </a:extLst>
          </p:cNvPr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5784E588-A162-4D17-8C04-9F9514914D73}"/>
              </a:ext>
            </a:extLst>
          </p:cNvPr>
          <p:cNvSpPr/>
          <p:nvPr/>
        </p:nvSpPr>
        <p:spPr>
          <a:xfrm>
            <a:off x="2780980" y="2340236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DDC96F1-910F-48E2-95D3-04925B71FFAE}"/>
              </a:ext>
            </a:extLst>
          </p:cNvPr>
          <p:cNvGrpSpPr/>
          <p:nvPr/>
        </p:nvGrpSpPr>
        <p:grpSpPr>
          <a:xfrm>
            <a:off x="1048474" y="2141478"/>
            <a:ext cx="1697534" cy="515997"/>
            <a:chOff x="-2086" y="2141478"/>
            <a:chExt cx="1697534" cy="515997"/>
          </a:xfrm>
        </p:grpSpPr>
        <p:sp>
          <p:nvSpPr>
            <p:cNvPr id="8" name="箭头: 五边形 31">
              <a:extLst>
                <a:ext uri="{FF2B5EF4-FFF2-40B4-BE49-F238E27FC236}">
                  <a16:creationId xmlns:a16="http://schemas.microsoft.com/office/drawing/2014/main" id="{7DDDD77B-2F55-4D88-94F7-D10BBED35AE3}"/>
                </a:ext>
              </a:extLst>
            </p:cNvPr>
            <p:cNvSpPr/>
            <p:nvPr/>
          </p:nvSpPr>
          <p:spPr>
            <a:xfrm>
              <a:off x="5715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0050C20-38E8-4FA5-81BC-B6DB62EF1408}"/>
                </a:ext>
              </a:extLst>
            </p:cNvPr>
            <p:cNvSpPr txBox="1"/>
            <p:nvPr/>
          </p:nvSpPr>
          <p:spPr>
            <a:xfrm>
              <a:off x="-2086" y="2168643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C2EF3FE2-EC04-409C-AC46-E01C9E7CD99D}"/>
              </a:ext>
            </a:extLst>
          </p:cNvPr>
          <p:cNvSpPr txBox="1"/>
          <p:nvPr/>
        </p:nvSpPr>
        <p:spPr>
          <a:xfrm>
            <a:off x="1050560" y="5056361"/>
            <a:ext cx="1626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B058BF9-5F7A-482A-A709-1705786C8068}"/>
              </a:ext>
            </a:extLst>
          </p:cNvPr>
          <p:cNvSpPr/>
          <p:nvPr/>
        </p:nvSpPr>
        <p:spPr>
          <a:xfrm>
            <a:off x="2780980" y="5230185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7" name="1">
            <a:extLst>
              <a:ext uri="{FF2B5EF4-FFF2-40B4-BE49-F238E27FC236}">
                <a16:creationId xmlns:a16="http://schemas.microsoft.com/office/drawing/2014/main" id="{4D1576EC-885E-4B73-A607-F0D536BBC90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718942" y="1120208"/>
            <a:ext cx="561662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安装中文语言扩展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A1D8F4A-A1CC-445C-86A5-CBED90134B37}"/>
              </a:ext>
            </a:extLst>
          </p:cNvPr>
          <p:cNvGrpSpPr/>
          <p:nvPr/>
        </p:nvGrpSpPr>
        <p:grpSpPr>
          <a:xfrm>
            <a:off x="5610623" y="1614449"/>
            <a:ext cx="1654387" cy="45722"/>
            <a:chOff x="5367867" y="3100583"/>
            <a:chExt cx="1654387" cy="45722"/>
          </a:xfrm>
        </p:grpSpPr>
        <p:cxnSp>
          <p:nvCxnSpPr>
            <p:cNvPr id="19" name="直线连接符 8">
              <a:extLst>
                <a:ext uri="{FF2B5EF4-FFF2-40B4-BE49-F238E27FC236}">
                  <a16:creationId xmlns:a16="http://schemas.microsoft.com/office/drawing/2014/main" id="{0DE37C17-AA11-4808-A762-526276D28F63}"/>
                </a:ext>
              </a:extLst>
            </p:cNvPr>
            <p:cNvCxnSpPr/>
            <p:nvPr/>
          </p:nvCxnSpPr>
          <p:spPr>
            <a:xfrm>
              <a:off x="5413586" y="3123298"/>
              <a:ext cx="155786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9F91575F-E141-45CD-BD22-DBACB1FB6678}"/>
                </a:ext>
              </a:extLst>
            </p:cNvPr>
            <p:cNvSpPr/>
            <p:nvPr/>
          </p:nvSpPr>
          <p:spPr>
            <a:xfrm>
              <a:off x="5367867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4856349D-2AFC-4270-9E77-D3345C36AA72}"/>
                </a:ext>
              </a:extLst>
            </p:cNvPr>
            <p:cNvSpPr/>
            <p:nvPr/>
          </p:nvSpPr>
          <p:spPr>
            <a:xfrm>
              <a:off x="6976535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4E85BD41-BB91-41C5-A2E2-A736581B65F3}"/>
              </a:ext>
            </a:extLst>
          </p:cNvPr>
          <p:cNvSpPr txBox="1"/>
          <p:nvPr/>
        </p:nvSpPr>
        <p:spPr>
          <a:xfrm>
            <a:off x="3191233" y="1701602"/>
            <a:ext cx="8448589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编辑器左侧边栏中的第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个图标按钮“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Extensions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进入扩展界面，然后在搜索框中输入关键词“</a:t>
            </a:r>
            <a:r>
              <a:rPr lang="en-US" altLang="zh-CN" sz="16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chinese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找到中文语言扩展，单击“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Install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按钮进行安装。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4C1C70C-DB72-4943-A822-87E707ABC112}"/>
              </a:ext>
            </a:extLst>
          </p:cNvPr>
          <p:cNvSpPr/>
          <p:nvPr/>
        </p:nvSpPr>
        <p:spPr>
          <a:xfrm>
            <a:off x="5879182" y="5085979"/>
            <a:ext cx="2160237" cy="50405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E40B3B3-E051-45FA-83E7-6BE870251B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0991" y="2711531"/>
            <a:ext cx="5744322" cy="3598583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D3C2E303-F1D5-44C7-B58E-CBF45B046B7C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代码编辑器</a:t>
            </a:r>
          </a:p>
        </p:txBody>
      </p:sp>
    </p:spTree>
    <p:extLst>
      <p:ext uri="{BB962C8B-B14F-4D97-AF65-F5344CB8AC3E}">
        <p14:creationId xmlns:p14="http://schemas.microsoft.com/office/powerpoint/2010/main" val="1309789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27">
            <a:extLst>
              <a:ext uri="{FF2B5EF4-FFF2-40B4-BE49-F238E27FC236}">
                <a16:creationId xmlns:a16="http://schemas.microsoft.com/office/drawing/2014/main" id="{2EA9DBB3-B052-4275-A871-9102C2C8BF42}"/>
              </a:ext>
            </a:extLst>
          </p:cNvPr>
          <p:cNvCxnSpPr/>
          <p:nvPr/>
        </p:nvCxnSpPr>
        <p:spPr>
          <a:xfrm>
            <a:off x="2840219" y="1486205"/>
            <a:ext cx="0" cy="4573454"/>
          </a:xfrm>
          <a:prstGeom prst="line">
            <a:avLst/>
          </a:prstGeom>
          <a:ln w="15875">
            <a:solidFill>
              <a:srgbClr val="414146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5784E588-A162-4D17-8C04-9F9514914D73}"/>
              </a:ext>
            </a:extLst>
          </p:cNvPr>
          <p:cNvSpPr/>
          <p:nvPr/>
        </p:nvSpPr>
        <p:spPr>
          <a:xfrm>
            <a:off x="2780980" y="2340236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B058BF9-5F7A-482A-A709-1705786C8068}"/>
              </a:ext>
            </a:extLst>
          </p:cNvPr>
          <p:cNvSpPr/>
          <p:nvPr/>
        </p:nvSpPr>
        <p:spPr>
          <a:xfrm>
            <a:off x="2780980" y="5230185"/>
            <a:ext cx="118477" cy="1184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7" name="1">
            <a:extLst>
              <a:ext uri="{FF2B5EF4-FFF2-40B4-BE49-F238E27FC236}">
                <a16:creationId xmlns:a16="http://schemas.microsoft.com/office/drawing/2014/main" id="{4D1576EC-885E-4B73-A607-F0D536BBC90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718942" y="1120208"/>
            <a:ext cx="561662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重启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Visual Studio Code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编辑器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A1D8F4A-A1CC-445C-86A5-CBED90134B37}"/>
              </a:ext>
            </a:extLst>
          </p:cNvPr>
          <p:cNvGrpSpPr/>
          <p:nvPr/>
        </p:nvGrpSpPr>
        <p:grpSpPr>
          <a:xfrm>
            <a:off x="5610623" y="1614449"/>
            <a:ext cx="1654387" cy="45722"/>
            <a:chOff x="5367867" y="3100583"/>
            <a:chExt cx="1654387" cy="45722"/>
          </a:xfrm>
        </p:grpSpPr>
        <p:cxnSp>
          <p:nvCxnSpPr>
            <p:cNvPr id="19" name="直线连接符 8">
              <a:extLst>
                <a:ext uri="{FF2B5EF4-FFF2-40B4-BE49-F238E27FC236}">
                  <a16:creationId xmlns:a16="http://schemas.microsoft.com/office/drawing/2014/main" id="{0DE37C17-AA11-4808-A762-526276D28F63}"/>
                </a:ext>
              </a:extLst>
            </p:cNvPr>
            <p:cNvCxnSpPr/>
            <p:nvPr/>
          </p:nvCxnSpPr>
          <p:spPr>
            <a:xfrm>
              <a:off x="5413586" y="3123298"/>
              <a:ext cx="155786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9F91575F-E141-45CD-BD22-DBACB1FB6678}"/>
                </a:ext>
              </a:extLst>
            </p:cNvPr>
            <p:cNvSpPr/>
            <p:nvPr/>
          </p:nvSpPr>
          <p:spPr>
            <a:xfrm>
              <a:off x="5367867" y="3100583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4856349D-2AFC-4270-9E77-D3345C36AA72}"/>
                </a:ext>
              </a:extLst>
            </p:cNvPr>
            <p:cNvSpPr/>
            <p:nvPr/>
          </p:nvSpPr>
          <p:spPr>
            <a:xfrm>
              <a:off x="6976535" y="3100586"/>
              <a:ext cx="45719" cy="4571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4E85BD41-BB91-41C5-A2E2-A736581B65F3}"/>
              </a:ext>
            </a:extLst>
          </p:cNvPr>
          <p:cNvSpPr txBox="1"/>
          <p:nvPr/>
        </p:nvSpPr>
        <p:spPr>
          <a:xfrm>
            <a:off x="3191233" y="1701602"/>
            <a:ext cx="8448589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装成功后，需要重新启动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编辑器，中文语言扩展才可以生效。重启后，就会进入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中文界面。</a:t>
            </a:r>
          </a:p>
        </p:txBody>
      </p:sp>
      <p:pic>
        <p:nvPicPr>
          <p:cNvPr id="3074" name="图片 1">
            <a:extLst>
              <a:ext uri="{FF2B5EF4-FFF2-40B4-BE49-F238E27FC236}">
                <a16:creationId xmlns:a16="http://schemas.microsoft.com/office/drawing/2014/main" id="{AC78BEF3-BC25-4819-A745-BC6AC9822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0990" y="2689423"/>
            <a:ext cx="5471368" cy="3692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F338D2E6-D90F-48AF-A6D7-D15223738425}"/>
              </a:ext>
            </a:extLst>
          </p:cNvPr>
          <p:cNvGrpSpPr/>
          <p:nvPr/>
        </p:nvGrpSpPr>
        <p:grpSpPr>
          <a:xfrm>
            <a:off x="1054131" y="5002029"/>
            <a:ext cx="1697534" cy="515997"/>
            <a:chOff x="-2086" y="2141478"/>
            <a:chExt cx="1697534" cy="515997"/>
          </a:xfrm>
        </p:grpSpPr>
        <p:sp>
          <p:nvSpPr>
            <p:cNvPr id="25" name="箭头: 五边形 31">
              <a:extLst>
                <a:ext uri="{FF2B5EF4-FFF2-40B4-BE49-F238E27FC236}">
                  <a16:creationId xmlns:a16="http://schemas.microsoft.com/office/drawing/2014/main" id="{2852311A-6899-4E21-B02C-F3CFD84F9AC2}"/>
                </a:ext>
              </a:extLst>
            </p:cNvPr>
            <p:cNvSpPr/>
            <p:nvPr/>
          </p:nvSpPr>
          <p:spPr>
            <a:xfrm>
              <a:off x="57150" y="2141478"/>
              <a:ext cx="1638298" cy="515997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4C7D018-A0D8-4F89-913F-BE572A102322}"/>
                </a:ext>
              </a:extLst>
            </p:cNvPr>
            <p:cNvSpPr txBox="1"/>
            <p:nvPr/>
          </p:nvSpPr>
          <p:spPr>
            <a:xfrm>
              <a:off x="-2086" y="2168643"/>
              <a:ext cx="1490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步骤</a:t>
              </a:r>
              <a:r>
                <a: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8937C0E0-F9F1-4DB5-8FD9-A549853772E1}"/>
              </a:ext>
            </a:extLst>
          </p:cNvPr>
          <p:cNvSpPr txBox="1"/>
          <p:nvPr/>
        </p:nvSpPr>
        <p:spPr>
          <a:xfrm>
            <a:off x="982638" y="2133650"/>
            <a:ext cx="1626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D99E7CBF-0E3A-4EE7-8088-897F62306BD6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代码编辑器</a:t>
            </a:r>
          </a:p>
        </p:txBody>
      </p:sp>
    </p:spTree>
    <p:extLst>
      <p:ext uri="{BB962C8B-B14F-4D97-AF65-F5344CB8AC3E}">
        <p14:creationId xmlns:p14="http://schemas.microsoft.com/office/powerpoint/2010/main" val="524785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">
            <a:extLst>
              <a:ext uri="{FF2B5EF4-FFF2-40B4-BE49-F238E27FC236}">
                <a16:creationId xmlns:a16="http://schemas.microsoft.com/office/drawing/2014/main" id="{4D1576EC-885E-4B73-A607-F0D536BBC90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766614" y="1120208"/>
            <a:ext cx="496855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E85BD41-BB91-41C5-A2E2-A736581B65F3}"/>
              </a:ext>
            </a:extLst>
          </p:cNvPr>
          <p:cNvSpPr txBox="1"/>
          <p:nvPr/>
        </p:nvSpPr>
        <p:spPr>
          <a:xfrm>
            <a:off x="958985" y="1557586"/>
            <a:ext cx="1053682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Live </a:t>
            </a: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Server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扩展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用于搭建一个具有实时重新加载功能的本地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服务器。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4EAD137-8FD7-4FD9-9C7D-622D57E819D8}"/>
              </a:ext>
            </a:extLst>
          </p:cNvPr>
          <p:cNvSpPr txBox="1"/>
          <p:nvPr/>
        </p:nvSpPr>
        <p:spPr>
          <a:xfrm>
            <a:off x="982638" y="1053530"/>
            <a:ext cx="8496944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安装</a:t>
            </a:r>
            <a:r>
              <a:rPr lang="en-US" altLang="zh-CN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Live Server</a:t>
            </a: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扩展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37104B5-752D-45CD-8BE6-E080EE94685E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代码编辑器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85BD41-BB91-41C5-A2E2-A736581B65F3}"/>
              </a:ext>
            </a:extLst>
          </p:cNvPr>
          <p:cNvSpPr txBox="1"/>
          <p:nvPr/>
        </p:nvSpPr>
        <p:spPr>
          <a:xfrm>
            <a:off x="958985" y="1999945"/>
            <a:ext cx="10536821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单击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编辑器左侧边栏中的第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5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个图标按钮“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Extensions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进入扩展界面，然后在搜索框中输入关键词“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live server”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即可找到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Live Server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扩展，单击“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Install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按钮进行安装。</a:t>
            </a:r>
          </a:p>
        </p:txBody>
      </p:sp>
      <p:pic>
        <p:nvPicPr>
          <p:cNvPr id="1026" name="Picture 2" descr="图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878" y="2888247"/>
            <a:ext cx="5580620" cy="3485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0418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">
            <a:extLst>
              <a:ext uri="{FF2B5EF4-FFF2-40B4-BE49-F238E27FC236}">
                <a16:creationId xmlns:a16="http://schemas.microsoft.com/office/drawing/2014/main" id="{4D1576EC-885E-4B73-A607-F0D536BBC90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766614" y="1053530"/>
            <a:ext cx="496855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E85BD41-BB91-41C5-A2E2-A736581B65F3}"/>
              </a:ext>
            </a:extLst>
          </p:cNvPr>
          <p:cNvSpPr txBox="1"/>
          <p:nvPr/>
        </p:nvSpPr>
        <p:spPr>
          <a:xfrm>
            <a:off x="958985" y="1562916"/>
            <a:ext cx="10536821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在本地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个文件夹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chapter01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编辑器中打开该文件夹。</a:t>
            </a:r>
            <a:endParaRPr lang="en-US" altLang="zh-CN" sz="18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首先在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菜单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中打开“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”菜单，选择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“打开文件夹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…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，然后选择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chapter01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文件夹。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4EAD137-8FD7-4FD9-9C7D-622D57E819D8}"/>
              </a:ext>
            </a:extLst>
          </p:cNvPr>
          <p:cNvSpPr txBox="1"/>
          <p:nvPr/>
        </p:nvSpPr>
        <p:spPr>
          <a:xfrm>
            <a:off x="982638" y="981522"/>
            <a:ext cx="8496944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创建项目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42E47E4-5EA4-4D6E-ADB3-A68142D2E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702" y="2659186"/>
            <a:ext cx="5165576" cy="366123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AEB7984-874C-498A-B8FA-9B8D249B5298}"/>
              </a:ext>
            </a:extLst>
          </p:cNvPr>
          <p:cNvSpPr txBox="1"/>
          <p:nvPr/>
        </p:nvSpPr>
        <p:spPr>
          <a:xfrm>
            <a:off x="7031310" y="2853730"/>
            <a:ext cx="3816424" cy="2504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按钮①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新建文件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按钮②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新建文件夹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按钮③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刷新资源管理器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按钮④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折叠文件夹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1320EB5-1CD9-4F2E-9789-CE1A6BD593B6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1.2.2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代码编辑器</a:t>
            </a:r>
          </a:p>
        </p:txBody>
      </p:sp>
    </p:spTree>
    <p:extLst>
      <p:ext uri="{BB962C8B-B14F-4D97-AF65-F5344CB8AC3E}">
        <p14:creationId xmlns:p14="http://schemas.microsoft.com/office/powerpoint/2010/main" val="187008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JavaScript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基本使用</a:t>
            </a: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</a:t>
            </a:r>
          </a:p>
        </p:txBody>
      </p:sp>
    </p:spTree>
    <p:extLst>
      <p:ext uri="{BB962C8B-B14F-4D97-AF65-F5344CB8AC3E}">
        <p14:creationId xmlns:p14="http://schemas.microsoft.com/office/powerpoint/2010/main" val="3868489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231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熟悉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JavaScript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初体验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，能够编写简单的</a:t>
            </a:r>
            <a:r>
              <a:rPr lang="en-US" altLang="zh-CN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JavaScript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程序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861E7544-FE24-4C35-BE3D-6354882289D1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1.3.1  JavaScript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初体验</a:t>
            </a:r>
          </a:p>
        </p:txBody>
      </p:sp>
    </p:spTree>
    <p:extLst>
      <p:ext uri="{BB962C8B-B14F-4D97-AF65-F5344CB8AC3E}">
        <p14:creationId xmlns:p14="http://schemas.microsoft.com/office/powerpoint/2010/main" val="93572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3E00817B-A913-4438-A44F-28CF91E9137A}"/>
              </a:ext>
            </a:extLst>
          </p:cNvPr>
          <p:cNvSpPr txBox="1"/>
          <p:nvPr/>
        </p:nvSpPr>
        <p:spPr>
          <a:xfrm>
            <a:off x="992775" y="1197546"/>
            <a:ext cx="105851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下面通过一个案例来演示如何编写一段简单的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本案例需要实现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当网页打开时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自动弹出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警告框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，警告框的内容为“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Hello JavaScript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3D0763-22D3-4399-B326-D118BEF29CF9}"/>
              </a:ext>
            </a:extLst>
          </p:cNvPr>
          <p:cNvSpPr txBox="1"/>
          <p:nvPr/>
        </p:nvSpPr>
        <p:spPr>
          <a:xfrm>
            <a:off x="1884150" y="4714699"/>
            <a:ext cx="9289033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严格区分大</a:t>
            </a:r>
            <a:r>
              <a:rPr lang="zh-CN" altLang="en-US" sz="18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小写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。另外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代码对空格、换行、缩进不敏感，一条语句可以分成多行书写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462AABE-DEA6-49B8-86D1-EE25397DF7CD}"/>
              </a:ext>
            </a:extLst>
          </p:cNvPr>
          <p:cNvSpPr/>
          <p:nvPr/>
        </p:nvSpPr>
        <p:spPr>
          <a:xfrm>
            <a:off x="1280807" y="4678644"/>
            <a:ext cx="10009112" cy="100811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8" name="流程图: 资料带 7">
            <a:extLst>
              <a:ext uri="{FF2B5EF4-FFF2-40B4-BE49-F238E27FC236}">
                <a16:creationId xmlns:a16="http://schemas.microsoft.com/office/drawing/2014/main" id="{B9EE2684-2366-4381-88B3-9127D4DE5E39}"/>
              </a:ext>
            </a:extLst>
          </p:cNvPr>
          <p:cNvSpPr/>
          <p:nvPr/>
        </p:nvSpPr>
        <p:spPr>
          <a:xfrm>
            <a:off x="1081819" y="4509914"/>
            <a:ext cx="775053" cy="504056"/>
          </a:xfrm>
          <a:prstGeom prst="flowChartPunchedTape">
            <a:avLst/>
          </a:prstGeom>
          <a:solidFill>
            <a:srgbClr val="1369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Tip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6201C59-F6FA-4F13-A72B-75B72A19C329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1.3.1  JavaScript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初体验</a:t>
            </a:r>
          </a:p>
        </p:txBody>
      </p:sp>
      <p:pic>
        <p:nvPicPr>
          <p:cNvPr id="2050" name="Picture 2" descr="1-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2958" y="2421682"/>
            <a:ext cx="4461809" cy="1906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5662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78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JavaScript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代码引入方式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，能够通过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行内式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、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内嵌式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、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外链式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引入</a:t>
            </a:r>
            <a:r>
              <a:rPr lang="en-US" altLang="zh-CN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JavaScript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代码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C4380C5-4B78-43A5-9763-80CCBB1AFD29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1.3.2  </a:t>
            </a:r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JavaScript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代码引入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方式</a:t>
            </a:r>
          </a:p>
        </p:txBody>
      </p:sp>
    </p:spTree>
    <p:extLst>
      <p:ext uri="{BB962C8B-B14F-4D97-AF65-F5344CB8AC3E}">
        <p14:creationId xmlns:p14="http://schemas.microsoft.com/office/powerpoint/2010/main" val="2931672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0E3436D-2C2D-4450-A194-1C922834EC30}"/>
              </a:ext>
            </a:extLst>
          </p:cNvPr>
          <p:cNvSpPr txBox="1"/>
          <p:nvPr/>
        </p:nvSpPr>
        <p:spPr>
          <a:xfrm>
            <a:off x="5519142" y="1917626"/>
            <a:ext cx="6389999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网页中编写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时，需要先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引入</a:t>
            </a:r>
            <a:r>
              <a:rPr lang="en-US" altLang="zh-CN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 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代码有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种引入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方式。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行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内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式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嵌入式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外链式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B6D0F97-FC88-4DD7-B6B4-A45E45C8A449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1.3.2  JavaScript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代码引入方式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767AA36E-D406-4B74-A284-23A26ACB7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691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0E3436D-2C2D-4450-A194-1C922834EC30}"/>
              </a:ext>
            </a:extLst>
          </p:cNvPr>
          <p:cNvSpPr txBox="1"/>
          <p:nvPr/>
        </p:nvSpPr>
        <p:spPr>
          <a:xfrm>
            <a:off x="1054645" y="1435636"/>
            <a:ext cx="1006240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行内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式：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行内式是将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作为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FFA537D-1585-4B99-B387-9F14525ED89F}"/>
              </a:ext>
            </a:extLst>
          </p:cNvPr>
          <p:cNvSpPr txBox="1"/>
          <p:nvPr/>
        </p:nvSpPr>
        <p:spPr>
          <a:xfrm>
            <a:off x="1054645" y="3357786"/>
            <a:ext cx="10215709" cy="2192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行内式的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缺点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Clr>
                <a:srgbClr val="595959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可读性较差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，尤其是在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中编写大量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代码时，不方便阅读。</a:t>
            </a:r>
          </a:p>
          <a:p>
            <a:pPr>
              <a:lnSpc>
                <a:spcPct val="150000"/>
              </a:lnSpc>
            </a:pPr>
            <a:endParaRPr lang="en-US" altLang="zh-CN" sz="9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在遇到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多层引号嵌套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的情况时，引号非常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容易混淆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，导致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代码出错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81DBAB-29F9-41C4-ADBE-C60DD9AD1936}"/>
              </a:ext>
            </a:extLst>
          </p:cNvPr>
          <p:cNvSpPr txBox="1"/>
          <p:nvPr/>
        </p:nvSpPr>
        <p:spPr>
          <a:xfrm>
            <a:off x="2494806" y="2344552"/>
            <a:ext cx="7128792" cy="50917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&lt;a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href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javascript:alert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('Hello');"&gt;test&lt;/a&gt;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lang="zh-CN" altLang="en-US" sz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B6D0F97-FC88-4DD7-B6B4-A45E45C8A449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1.3.2  JavaScript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代码引入方式</a:t>
            </a:r>
          </a:p>
        </p:txBody>
      </p:sp>
    </p:spTree>
    <p:extLst>
      <p:ext uri="{BB962C8B-B14F-4D97-AF65-F5344CB8AC3E}">
        <p14:creationId xmlns:p14="http://schemas.microsoft.com/office/powerpoint/2010/main" val="3420196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0E3436D-2C2D-4450-A194-1C922834EC30}"/>
              </a:ext>
            </a:extLst>
          </p:cNvPr>
          <p:cNvSpPr txBox="1"/>
          <p:nvPr/>
        </p:nvSpPr>
        <p:spPr>
          <a:xfrm>
            <a:off x="1054645" y="1253951"/>
            <a:ext cx="10873209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嵌入式：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也称为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内嵌式，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包裹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代码，直接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编写到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通常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将其放到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&lt;head&gt;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&lt;body&gt;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494806" y="2565698"/>
            <a:ext cx="7128792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script&gt;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lang="zh-CN" altLang="en-US" sz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4D61D7F-4076-402B-A2A5-63E4BEE03236}"/>
              </a:ext>
            </a:extLst>
          </p:cNvPr>
          <p:cNvSpPr txBox="1"/>
          <p:nvPr/>
        </p:nvSpPr>
        <p:spPr>
          <a:xfrm>
            <a:off x="1526669" y="4437906"/>
            <a:ext cx="93930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script&gt;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告知浏览器脚本类型，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HTML5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中该属性的默认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值为“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text/</a:t>
            </a:r>
            <a:r>
              <a:rPr lang="en-US" altLang="zh-CN" sz="2000" dirty="0" err="1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，因此在使用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HTML5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时可以省略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062E7AF-6579-466D-A4E9-4623466A8C2B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1.3.2  JavaScript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代码引入方式</a:t>
            </a:r>
          </a:p>
        </p:txBody>
      </p:sp>
    </p:spTree>
    <p:extLst>
      <p:ext uri="{BB962C8B-B14F-4D97-AF65-F5344CB8AC3E}">
        <p14:creationId xmlns:p14="http://schemas.microsoft.com/office/powerpoint/2010/main" val="1438535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0E3436D-2C2D-4450-A194-1C922834EC30}"/>
              </a:ext>
            </a:extLst>
          </p:cNvPr>
          <p:cNvSpPr txBox="1"/>
          <p:nvPr/>
        </p:nvSpPr>
        <p:spPr>
          <a:xfrm>
            <a:off x="1054645" y="1190288"/>
            <a:ext cx="1006240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外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链式：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外部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式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，是将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代码写在一个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单独的文件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中，一般使用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js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作为文件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扩展名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页面中使用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引入“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FFA537D-1585-4B99-B387-9F14525ED89F}"/>
              </a:ext>
            </a:extLst>
          </p:cNvPr>
          <p:cNvSpPr txBox="1"/>
          <p:nvPr/>
        </p:nvSpPr>
        <p:spPr>
          <a:xfrm>
            <a:off x="1064072" y="5067394"/>
            <a:ext cx="102157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外链式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适合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比较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的情况。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5F1A88-3F6C-40E1-8A24-8A8BD3F4F7D1}"/>
              </a:ext>
            </a:extLst>
          </p:cNvPr>
          <p:cNvSpPr txBox="1"/>
          <p:nvPr/>
        </p:nvSpPr>
        <p:spPr>
          <a:xfrm>
            <a:off x="2900208" y="2558440"/>
            <a:ext cx="5688632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="test.js"&gt;&lt;/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script&gt;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lang="zh-CN" altLang="en-US" sz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D0450B-3D20-4AAE-9084-A0AF11B8B558}"/>
              </a:ext>
            </a:extLst>
          </p:cNvPr>
          <p:cNvSpPr/>
          <p:nvPr/>
        </p:nvSpPr>
        <p:spPr>
          <a:xfrm>
            <a:off x="5159102" y="2707578"/>
            <a:ext cx="720080" cy="288032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FE7A845-3E2A-4DC6-937C-5C6FC1F57843}"/>
              </a:ext>
            </a:extLst>
          </p:cNvPr>
          <p:cNvCxnSpPr>
            <a:cxnSpLocks/>
          </p:cNvCxnSpPr>
          <p:nvPr/>
        </p:nvCxnSpPr>
        <p:spPr>
          <a:xfrm>
            <a:off x="5492496" y="2995610"/>
            <a:ext cx="0" cy="5709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CAC4390-237A-4F06-A5C4-F845C025673E}"/>
              </a:ext>
            </a:extLst>
          </p:cNvPr>
          <p:cNvSpPr txBox="1"/>
          <p:nvPr/>
        </p:nvSpPr>
        <p:spPr>
          <a:xfrm>
            <a:off x="4831101" y="3375805"/>
            <a:ext cx="1322790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单独文件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2775473-44DF-4521-B82F-9D219F4170B8}"/>
              </a:ext>
            </a:extLst>
          </p:cNvPr>
          <p:cNvCxnSpPr>
            <a:cxnSpLocks/>
          </p:cNvCxnSpPr>
          <p:nvPr/>
        </p:nvCxnSpPr>
        <p:spPr>
          <a:xfrm>
            <a:off x="6167214" y="2868742"/>
            <a:ext cx="0" cy="14178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0EA9C6F3-F540-4E21-AAA3-D16CE4B5A1B3}"/>
              </a:ext>
            </a:extLst>
          </p:cNvPr>
          <p:cNvSpPr txBox="1"/>
          <p:nvPr/>
        </p:nvSpPr>
        <p:spPr>
          <a:xfrm>
            <a:off x="4916432" y="4147048"/>
            <a:ext cx="3843070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不可以编写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594A25B-15F2-4F41-9F19-DD7B56912AFB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1.3.2  JavaScript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代码引入方式</a:t>
            </a:r>
          </a:p>
        </p:txBody>
      </p:sp>
    </p:spTree>
    <p:extLst>
      <p:ext uri="{BB962C8B-B14F-4D97-AF65-F5344CB8AC3E}">
        <p14:creationId xmlns:p14="http://schemas.microsoft.com/office/powerpoint/2010/main" val="2904282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0E3436D-2C2D-4450-A194-1C922834EC30}"/>
              </a:ext>
            </a:extLst>
          </p:cNvPr>
          <p:cNvSpPr txBox="1"/>
          <p:nvPr/>
        </p:nvSpPr>
        <p:spPr>
          <a:xfrm>
            <a:off x="1054645" y="1152468"/>
            <a:ext cx="10062407" cy="4077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外链式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相比嵌入式，具有以下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点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优势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</a:p>
          <a:p>
            <a:pPr>
              <a:lnSpc>
                <a:spcPct val="150000"/>
              </a:lnSpc>
            </a:pPr>
            <a:endParaRPr lang="zh-CN" altLang="en-US" sz="11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外链式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存在于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独立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文件中，有利于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维护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嵌入式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会导致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混合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在一起。</a:t>
            </a:r>
          </a:p>
          <a:p>
            <a:pPr>
              <a:lnSpc>
                <a:spcPct val="150000"/>
              </a:lnSpc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外链式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可以利用浏览器缓存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提高速度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  <a:p>
            <a:pPr>
              <a:lnSpc>
                <a:spcPct val="150000"/>
              </a:lnSpc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外链式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有利于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页面代码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结构化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，把大段的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代码分离到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页面之外，既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美观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，也方便文件级别的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代码复用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537B3EA-1F49-49CD-BBEC-AC515F5D607E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1.3.2  JavaScript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代码引入方式</a:t>
            </a:r>
          </a:p>
        </p:txBody>
      </p:sp>
    </p:spTree>
    <p:extLst>
      <p:ext uri="{BB962C8B-B14F-4D97-AF65-F5344CB8AC3E}">
        <p14:creationId xmlns:p14="http://schemas.microsoft.com/office/powerpoint/2010/main" val="1384100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112EC40-A66D-4624-89BE-1F2F4CFB6932}"/>
              </a:ext>
            </a:extLst>
          </p:cNvPr>
          <p:cNvSpPr/>
          <p:nvPr/>
        </p:nvSpPr>
        <p:spPr>
          <a:xfrm>
            <a:off x="2181898" y="1262275"/>
            <a:ext cx="4910302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C97F200-584E-4863-AC7C-FEFAE9F54CFD}"/>
              </a:ext>
            </a:extLst>
          </p:cNvPr>
          <p:cNvSpPr txBox="1"/>
          <p:nvPr/>
        </p:nvSpPr>
        <p:spPr>
          <a:xfrm>
            <a:off x="2291860" y="1402476"/>
            <a:ext cx="4667442" cy="400110"/>
          </a:xfrm>
          <a:prstGeom prst="rect">
            <a:avLst/>
          </a:prstGeom>
          <a:solidFill>
            <a:srgbClr val="1369B2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多学一招：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JavaScript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异步加载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7171776-C649-475B-AF6D-6B1F33BB1F72}"/>
              </a:ext>
            </a:extLst>
          </p:cNvPr>
          <p:cNvSpPr/>
          <p:nvPr/>
        </p:nvSpPr>
        <p:spPr>
          <a:xfrm>
            <a:off x="7192502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237529-15D2-46EA-8481-511A367458F3}"/>
              </a:ext>
            </a:extLst>
          </p:cNvPr>
          <p:cNvSpPr/>
          <p:nvPr/>
        </p:nvSpPr>
        <p:spPr>
          <a:xfrm>
            <a:off x="7380231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pic>
        <p:nvPicPr>
          <p:cNvPr id="12" name="图形 11" descr="讲故事">
            <a:extLst>
              <a:ext uri="{FF2B5EF4-FFF2-40B4-BE49-F238E27FC236}">
                <a16:creationId xmlns:a16="http://schemas.microsoft.com/office/drawing/2014/main" id="{6684872B-9D64-4BDB-95BD-35B49D3CE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639" y="1045642"/>
            <a:ext cx="936104" cy="93610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0415410-1729-4D06-B908-5A27F3714993}"/>
              </a:ext>
            </a:extLst>
          </p:cNvPr>
          <p:cNvSpPr txBox="1"/>
          <p:nvPr/>
        </p:nvSpPr>
        <p:spPr>
          <a:xfrm>
            <a:off x="1342678" y="2565698"/>
            <a:ext cx="10009112" cy="1422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执行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代码时，无论使用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嵌入式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还是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外链式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，页面的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加载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渲染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都会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暂停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，等待脚本执行完成加载后才会继续。为了尽可能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减少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对整个页面的影响，建议将不需要提前执行的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标签放在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&lt;body&gt;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标签内的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底部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位置。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31C36DF-281A-4A14-AC65-F522BFC72E07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常用输入输出语句</a:t>
            </a:r>
          </a:p>
        </p:txBody>
      </p:sp>
    </p:spTree>
    <p:extLst>
      <p:ext uri="{BB962C8B-B14F-4D97-AF65-F5344CB8AC3E}">
        <p14:creationId xmlns:p14="http://schemas.microsoft.com/office/powerpoint/2010/main" val="393380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112EC40-A66D-4624-89BE-1F2F4CFB6932}"/>
              </a:ext>
            </a:extLst>
          </p:cNvPr>
          <p:cNvSpPr/>
          <p:nvPr/>
        </p:nvSpPr>
        <p:spPr>
          <a:xfrm>
            <a:off x="2181898" y="1262275"/>
            <a:ext cx="4910302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C97F200-584E-4863-AC7C-FEFAE9F54CFD}"/>
              </a:ext>
            </a:extLst>
          </p:cNvPr>
          <p:cNvSpPr txBox="1"/>
          <p:nvPr/>
        </p:nvSpPr>
        <p:spPr>
          <a:xfrm>
            <a:off x="2291860" y="1402476"/>
            <a:ext cx="4667442" cy="400110"/>
          </a:xfrm>
          <a:prstGeom prst="rect">
            <a:avLst/>
          </a:prstGeom>
          <a:solidFill>
            <a:srgbClr val="1369B2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多学一招：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JavaScript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异步加载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7171776-C649-475B-AF6D-6B1F33BB1F72}"/>
              </a:ext>
            </a:extLst>
          </p:cNvPr>
          <p:cNvSpPr/>
          <p:nvPr/>
        </p:nvSpPr>
        <p:spPr>
          <a:xfrm>
            <a:off x="7192502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237529-15D2-46EA-8481-511A367458F3}"/>
              </a:ext>
            </a:extLst>
          </p:cNvPr>
          <p:cNvSpPr/>
          <p:nvPr/>
        </p:nvSpPr>
        <p:spPr>
          <a:xfrm>
            <a:off x="7380231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pic>
        <p:nvPicPr>
          <p:cNvPr id="12" name="图形 11" descr="讲故事">
            <a:extLst>
              <a:ext uri="{FF2B5EF4-FFF2-40B4-BE49-F238E27FC236}">
                <a16:creationId xmlns:a16="http://schemas.microsoft.com/office/drawing/2014/main" id="{6684872B-9D64-4BDB-95BD-35B49D3CE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639" y="1045642"/>
            <a:ext cx="936104" cy="93610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0415410-1729-4D06-B908-5A27F3714993}"/>
              </a:ext>
            </a:extLst>
          </p:cNvPr>
          <p:cNvSpPr txBox="1"/>
          <p:nvPr/>
        </p:nvSpPr>
        <p:spPr>
          <a:xfrm>
            <a:off x="1342678" y="2565698"/>
            <a:ext cx="100091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为了减小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阻塞问题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对页面造成的影响，可以使用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标签新增的两个可选属性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async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defer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实现异步加载。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31C36DF-281A-4A14-AC65-F522BFC72E07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常用输入输出语句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04F8726-C835-45D7-B1A2-25BF4D6E411E}"/>
              </a:ext>
            </a:extLst>
          </p:cNvPr>
          <p:cNvSpPr txBox="1"/>
          <p:nvPr/>
        </p:nvSpPr>
        <p:spPr>
          <a:xfrm>
            <a:off x="1353794" y="3650250"/>
            <a:ext cx="100091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所谓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异步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加载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，指的是浏览器在执行加载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不阻塞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页面的加载和渲染。</a:t>
            </a:r>
          </a:p>
        </p:txBody>
      </p:sp>
    </p:spTree>
    <p:extLst>
      <p:ext uri="{BB962C8B-B14F-4D97-AF65-F5344CB8AC3E}">
        <p14:creationId xmlns:p14="http://schemas.microsoft.com/office/powerpoint/2010/main" val="1036962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112EC40-A66D-4624-89BE-1F2F4CFB6932}"/>
              </a:ext>
            </a:extLst>
          </p:cNvPr>
          <p:cNvSpPr/>
          <p:nvPr/>
        </p:nvSpPr>
        <p:spPr>
          <a:xfrm>
            <a:off x="2181898" y="1262275"/>
            <a:ext cx="4910302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C97F200-584E-4863-AC7C-FEFAE9F54CFD}"/>
              </a:ext>
            </a:extLst>
          </p:cNvPr>
          <p:cNvSpPr txBox="1"/>
          <p:nvPr/>
        </p:nvSpPr>
        <p:spPr>
          <a:xfrm>
            <a:off x="2291860" y="1402476"/>
            <a:ext cx="4667442" cy="400110"/>
          </a:xfrm>
          <a:prstGeom prst="rect">
            <a:avLst/>
          </a:prstGeom>
          <a:solidFill>
            <a:srgbClr val="1369B2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多学一招：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JavaScript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异步加载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7171776-C649-475B-AF6D-6B1F33BB1F72}"/>
              </a:ext>
            </a:extLst>
          </p:cNvPr>
          <p:cNvSpPr/>
          <p:nvPr/>
        </p:nvSpPr>
        <p:spPr>
          <a:xfrm>
            <a:off x="7192502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237529-15D2-46EA-8481-511A367458F3}"/>
              </a:ext>
            </a:extLst>
          </p:cNvPr>
          <p:cNvSpPr/>
          <p:nvPr/>
        </p:nvSpPr>
        <p:spPr>
          <a:xfrm>
            <a:off x="7380231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pic>
        <p:nvPicPr>
          <p:cNvPr id="12" name="图形 11" descr="讲故事">
            <a:extLst>
              <a:ext uri="{FF2B5EF4-FFF2-40B4-BE49-F238E27FC236}">
                <a16:creationId xmlns:a16="http://schemas.microsoft.com/office/drawing/2014/main" id="{6684872B-9D64-4BDB-95BD-35B49D3CE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639" y="1045642"/>
            <a:ext cx="936104" cy="93610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0415410-1729-4D06-B908-5A27F3714993}"/>
              </a:ext>
            </a:extLst>
          </p:cNvPr>
          <p:cNvSpPr txBox="1"/>
          <p:nvPr/>
        </p:nvSpPr>
        <p:spPr>
          <a:xfrm>
            <a:off x="1342678" y="2565698"/>
            <a:ext cx="10009112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async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异步加载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，即先下载文件，不阻塞其他代码执行，下载完成后再执行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示例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代码如下。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31C36DF-281A-4A14-AC65-F522BFC72E07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常用输入输出语句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42A1368-954C-42E5-8730-8004403927BF}"/>
              </a:ext>
            </a:extLst>
          </p:cNvPr>
          <p:cNvSpPr txBox="1"/>
          <p:nvPr/>
        </p:nvSpPr>
        <p:spPr>
          <a:xfrm>
            <a:off x="2854846" y="4010290"/>
            <a:ext cx="5976664" cy="5743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fr-FR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src="file.js" async&gt;&lt;/script&gt;</a:t>
            </a:r>
          </a:p>
          <a:p>
            <a:pPr lvl="1">
              <a:lnSpc>
                <a:spcPct val="150000"/>
              </a:lnSpc>
            </a:pPr>
            <a:endParaRPr lang="zh-CN" altLang="en-US" sz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372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112EC40-A66D-4624-89BE-1F2F4CFB6932}"/>
              </a:ext>
            </a:extLst>
          </p:cNvPr>
          <p:cNvSpPr/>
          <p:nvPr/>
        </p:nvSpPr>
        <p:spPr>
          <a:xfrm>
            <a:off x="2181898" y="1262275"/>
            <a:ext cx="4910302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C97F200-584E-4863-AC7C-FEFAE9F54CFD}"/>
              </a:ext>
            </a:extLst>
          </p:cNvPr>
          <p:cNvSpPr txBox="1"/>
          <p:nvPr/>
        </p:nvSpPr>
        <p:spPr>
          <a:xfrm>
            <a:off x="2291860" y="1402476"/>
            <a:ext cx="4667442" cy="400110"/>
          </a:xfrm>
          <a:prstGeom prst="rect">
            <a:avLst/>
          </a:prstGeom>
          <a:solidFill>
            <a:srgbClr val="1369B2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多学一招：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JavaScript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异步加载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7171776-C649-475B-AF6D-6B1F33BB1F72}"/>
              </a:ext>
            </a:extLst>
          </p:cNvPr>
          <p:cNvSpPr/>
          <p:nvPr/>
        </p:nvSpPr>
        <p:spPr>
          <a:xfrm>
            <a:off x="7192502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237529-15D2-46EA-8481-511A367458F3}"/>
              </a:ext>
            </a:extLst>
          </p:cNvPr>
          <p:cNvSpPr/>
          <p:nvPr/>
        </p:nvSpPr>
        <p:spPr>
          <a:xfrm>
            <a:off x="7380231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pic>
        <p:nvPicPr>
          <p:cNvPr id="12" name="图形 11" descr="讲故事">
            <a:extLst>
              <a:ext uri="{FF2B5EF4-FFF2-40B4-BE49-F238E27FC236}">
                <a16:creationId xmlns:a16="http://schemas.microsoft.com/office/drawing/2014/main" id="{6684872B-9D64-4BDB-95BD-35B49D3CE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639" y="1045642"/>
            <a:ext cx="936104" cy="93610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0415410-1729-4D06-B908-5A27F3714993}"/>
              </a:ext>
            </a:extLst>
          </p:cNvPr>
          <p:cNvSpPr txBox="1"/>
          <p:nvPr/>
        </p:nvSpPr>
        <p:spPr>
          <a:xfrm>
            <a:off x="1342678" y="2565698"/>
            <a:ext cx="100091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defer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</a:t>
            </a: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延后执行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，即先下载文件，直到网页加载完成后再执行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示例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代码如下。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31C36DF-281A-4A14-AC65-F522BFC72E07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常用输入输出语句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42A1368-954C-42E5-8730-8004403927BF}"/>
              </a:ext>
            </a:extLst>
          </p:cNvPr>
          <p:cNvSpPr txBox="1"/>
          <p:nvPr/>
        </p:nvSpPr>
        <p:spPr>
          <a:xfrm>
            <a:off x="2854846" y="3935590"/>
            <a:ext cx="5976664" cy="5743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="file.js" defer&gt;&lt;/script&gt;</a:t>
            </a:r>
          </a:p>
          <a:p>
            <a:pPr lvl="1">
              <a:lnSpc>
                <a:spcPct val="150000"/>
              </a:lnSpc>
            </a:pPr>
            <a:endParaRPr lang="zh-CN" altLang="en-US" sz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810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78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常用输入输出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语句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，能够灵活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运用输入输出语句实现内容的输入和输出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1C3AB7D8-0642-46E7-BC6E-F97A48BDF30D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常用输入输出语句</a:t>
            </a:r>
          </a:p>
        </p:txBody>
      </p:sp>
    </p:spTree>
    <p:extLst>
      <p:ext uri="{BB962C8B-B14F-4D97-AF65-F5344CB8AC3E}">
        <p14:creationId xmlns:p14="http://schemas.microsoft.com/office/powerpoint/2010/main" val="2432340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99EB765-3296-4251-958E-B4DE09C96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325554"/>
              </p:ext>
            </p:extLst>
          </p:nvPr>
        </p:nvGraphicFramePr>
        <p:xfrm>
          <a:off x="1054646" y="2133650"/>
          <a:ext cx="10369152" cy="2592287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4045703550"/>
                    </a:ext>
                  </a:extLst>
                </a:gridCol>
                <a:gridCol w="6264696">
                  <a:extLst>
                    <a:ext uri="{9D8B030D-6E8A-4147-A177-3AD203B41FA5}">
                      <a16:colId xmlns:a16="http://schemas.microsoft.com/office/drawing/2014/main" val="3758927501"/>
                    </a:ext>
                  </a:extLst>
                </a:gridCol>
              </a:tblGrid>
              <a:tr h="533706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类型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语句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706">
                <a:tc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输入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prompt()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用于在浏览器中弹出输入框，用户可以输入内容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722196"/>
                  </a:ext>
                </a:extLst>
              </a:tr>
              <a:tr h="533706">
                <a:tc rowSpan="3"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输出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alert()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用于在浏览器中弹出警告框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706">
                <a:tc vMerge="1"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readAsText()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document.write</a:t>
                      </a: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()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用于</a:t>
                      </a:r>
                      <a:r>
                        <a:rPr lang="zh-CN" altLang="en-US" sz="2000" b="0" kern="1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在网页中</a:t>
                      </a: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输出内容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463">
                <a:tc vMerge="1">
                  <a:txBody>
                    <a:bodyPr/>
                    <a:lstStyle/>
                    <a:p>
                      <a:pPr marL="0" indent="266700" algn="ctr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readAsDataURL()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console.log()</a:t>
                      </a:r>
                      <a:endParaRPr lang="zh-CN" altLang="en-US" sz="20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266700" algn="l" defTabSz="12192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20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用于在控制台中输出信息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222124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9D2B6D22-1BF8-4B4B-9E30-B28C3BD5F4F8}"/>
              </a:ext>
            </a:extLst>
          </p:cNvPr>
          <p:cNvSpPr txBox="1"/>
          <p:nvPr/>
        </p:nvSpPr>
        <p:spPr>
          <a:xfrm>
            <a:off x="1054646" y="1197546"/>
            <a:ext cx="10585176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常用输入输出语句</a:t>
            </a:r>
            <a:endParaRPr lang="en-US" alt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7F4BBAB-8DD6-4652-B524-0D3D8837B6AB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常用输入输出语句</a:t>
            </a:r>
          </a:p>
        </p:txBody>
      </p:sp>
    </p:spTree>
    <p:extLst>
      <p:ext uri="{BB962C8B-B14F-4D97-AF65-F5344CB8AC3E}">
        <p14:creationId xmlns:p14="http://schemas.microsoft.com/office/powerpoint/2010/main" val="3635689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D2B6D22-1BF8-4B4B-9E30-B28C3BD5F4F8}"/>
              </a:ext>
            </a:extLst>
          </p:cNvPr>
          <p:cNvSpPr txBox="1"/>
          <p:nvPr/>
        </p:nvSpPr>
        <p:spPr>
          <a:xfrm>
            <a:off x="1054646" y="1197546"/>
            <a:ext cx="10585176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document.write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endParaRPr lang="en-US" alt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7F4BBAB-8DD6-4652-B524-0D3D8837B6AB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常用输入输出语句</a:t>
            </a:r>
          </a:p>
        </p:txBody>
      </p:sp>
      <p:sp>
        <p:nvSpPr>
          <p:cNvPr id="2" name="矩形 1"/>
          <p:cNvSpPr/>
          <p:nvPr/>
        </p:nvSpPr>
        <p:spPr>
          <a:xfrm>
            <a:off x="1054646" y="1989634"/>
            <a:ext cx="1044116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document.write()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的输出内容中如果含有HTML标签，会被浏览器解析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42A1368-954C-42E5-8730-8004403927BF}"/>
              </a:ext>
            </a:extLst>
          </p:cNvPr>
          <p:cNvSpPr txBox="1"/>
          <p:nvPr/>
        </p:nvSpPr>
        <p:spPr>
          <a:xfrm>
            <a:off x="2494806" y="2925738"/>
            <a:ext cx="6624736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document.write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我是</a:t>
            </a: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document.write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语句！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en-US" sz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3568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D2B6D22-1BF8-4B4B-9E30-B28C3BD5F4F8}"/>
              </a:ext>
            </a:extLst>
          </p:cNvPr>
          <p:cNvSpPr txBox="1"/>
          <p:nvPr/>
        </p:nvSpPr>
        <p:spPr>
          <a:xfrm>
            <a:off x="1054646" y="1197546"/>
            <a:ext cx="10585176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console.log()</a:t>
            </a:r>
            <a:endParaRPr lang="en-US" alt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7F4BBAB-8DD6-4652-B524-0D3D8837B6AB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常用输入输出语句</a:t>
            </a:r>
          </a:p>
        </p:txBody>
      </p:sp>
      <p:sp>
        <p:nvSpPr>
          <p:cNvPr id="4" name="矩形 3"/>
          <p:cNvSpPr/>
          <p:nvPr/>
        </p:nvSpPr>
        <p:spPr>
          <a:xfrm>
            <a:off x="1054646" y="1989634"/>
            <a:ext cx="10441160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console.log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输出结果需要在浏览器的控制台中查看。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2A1368-954C-42E5-8730-8004403927BF}"/>
              </a:ext>
            </a:extLst>
          </p:cNvPr>
          <p:cNvSpPr txBox="1"/>
          <p:nvPr/>
        </p:nvSpPr>
        <p:spPr>
          <a:xfrm>
            <a:off x="2494806" y="2925738"/>
            <a:ext cx="6624736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document.write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我是</a:t>
            </a: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document.write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语句！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en-US" sz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7170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对角圆角 3">
            <a:extLst>
              <a:ext uri="{FF2B5EF4-FFF2-40B4-BE49-F238E27FC236}">
                <a16:creationId xmlns:a16="http://schemas.microsoft.com/office/drawing/2014/main" id="{F4DF6FD0-AD57-43B9-BDD8-D58C9EDCE412}"/>
              </a:ext>
            </a:extLst>
          </p:cNvPr>
          <p:cNvSpPr/>
          <p:nvPr/>
        </p:nvSpPr>
        <p:spPr>
          <a:xfrm>
            <a:off x="2566814" y="2133650"/>
            <a:ext cx="6984776" cy="3456384"/>
          </a:xfrm>
          <a:prstGeom prst="round2Diag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0ABA9F-FC69-4424-A1C3-14D8F5F4C035}"/>
              </a:ext>
            </a:extLst>
          </p:cNvPr>
          <p:cNvSpPr/>
          <p:nvPr/>
        </p:nvSpPr>
        <p:spPr>
          <a:xfrm>
            <a:off x="4078982" y="1845618"/>
            <a:ext cx="3960440" cy="506086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查看控制台输出结果的步骤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3B751D6-2099-4E49-9879-E6C7B9A83CC1}"/>
              </a:ext>
            </a:extLst>
          </p:cNvPr>
          <p:cNvSpPr txBox="1"/>
          <p:nvPr/>
        </p:nvSpPr>
        <p:spPr>
          <a:xfrm>
            <a:off x="3201246" y="2632553"/>
            <a:ext cx="5760640" cy="2669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Chrome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F12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键（或在网页空白区域右击，在弹出的菜单中选择“检查”）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启动开发者工具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altLang="zh-CN" sz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切换到“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Console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（控制台）面板，即可看到控制台的输出结果。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CADA9A0-33FD-474D-8998-939AE02EAE52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常用输入输出语句</a:t>
            </a:r>
          </a:p>
        </p:txBody>
      </p:sp>
    </p:spTree>
    <p:extLst>
      <p:ext uri="{BB962C8B-B14F-4D97-AF65-F5344CB8AC3E}">
        <p14:creationId xmlns:p14="http://schemas.microsoft.com/office/powerpoint/2010/main" val="323992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D2B6D22-1BF8-4B4B-9E30-B28C3BD5F4F8}"/>
              </a:ext>
            </a:extLst>
          </p:cNvPr>
          <p:cNvSpPr txBox="1"/>
          <p:nvPr/>
        </p:nvSpPr>
        <p:spPr>
          <a:xfrm>
            <a:off x="1054646" y="1197546"/>
            <a:ext cx="10585176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prompt()</a:t>
            </a:r>
            <a:endParaRPr lang="en-US" altLang="zh-CN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7F4BBAB-8DD6-4652-B524-0D3D8837B6AB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常用输入输出语句</a:t>
            </a:r>
          </a:p>
        </p:txBody>
      </p:sp>
      <p:sp>
        <p:nvSpPr>
          <p:cNvPr id="5" name="矩形 4"/>
          <p:cNvSpPr/>
          <p:nvPr/>
        </p:nvSpPr>
        <p:spPr>
          <a:xfrm>
            <a:off x="1044228" y="2061642"/>
            <a:ext cx="1044116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en-US" altLang="zh-CN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prompt</a:t>
            </a:r>
            <a:r>
              <a:rPr lang="zh-CN" altLang="en-US" sz="2000" dirty="0" smtClean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语句可以实现在页面中弹出一个带有提示信息的输入框。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2A1368-954C-42E5-8730-8004403927BF}"/>
              </a:ext>
            </a:extLst>
          </p:cNvPr>
          <p:cNvSpPr txBox="1"/>
          <p:nvPr/>
        </p:nvSpPr>
        <p:spPr>
          <a:xfrm>
            <a:off x="2643366" y="3098357"/>
            <a:ext cx="6624736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prompt(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请输入姓名：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en-US" sz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420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灯泡和齿轮">
            <a:extLst>
              <a:ext uri="{FF2B5EF4-FFF2-40B4-BE49-F238E27FC236}">
                <a16:creationId xmlns:a16="http://schemas.microsoft.com/office/drawing/2014/main" id="{C3764261-80BB-4827-8DF0-29D6840DE4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300" y="1125538"/>
            <a:ext cx="944034" cy="94403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112EC40-A66D-4624-89BE-1F2F4CFB6932}"/>
              </a:ext>
            </a:extLst>
          </p:cNvPr>
          <p:cNvSpPr/>
          <p:nvPr/>
        </p:nvSpPr>
        <p:spPr>
          <a:xfrm>
            <a:off x="2181898" y="1262275"/>
            <a:ext cx="4633388" cy="6705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C97F200-584E-4863-AC7C-FEFAE9F54CFD}"/>
              </a:ext>
            </a:extLst>
          </p:cNvPr>
          <p:cNvSpPr txBox="1"/>
          <p:nvPr/>
        </p:nvSpPr>
        <p:spPr>
          <a:xfrm>
            <a:off x="2291862" y="1404344"/>
            <a:ext cx="4523424" cy="40011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脚下留心：使用“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\”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对结束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标签转义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7171776-C649-475B-AF6D-6B1F33BB1F72}"/>
              </a:ext>
            </a:extLst>
          </p:cNvPr>
          <p:cNvSpPr/>
          <p:nvPr/>
        </p:nvSpPr>
        <p:spPr>
          <a:xfrm>
            <a:off x="6933902" y="1262275"/>
            <a:ext cx="83127" cy="6705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237529-15D2-46EA-8481-511A367458F3}"/>
              </a:ext>
            </a:extLst>
          </p:cNvPr>
          <p:cNvSpPr/>
          <p:nvPr/>
        </p:nvSpPr>
        <p:spPr>
          <a:xfrm>
            <a:off x="7121631" y="1262275"/>
            <a:ext cx="83127" cy="6705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B2770FB-1B26-425D-AD93-4B4D29C981CF}"/>
              </a:ext>
            </a:extLst>
          </p:cNvPr>
          <p:cNvSpPr txBox="1"/>
          <p:nvPr/>
        </p:nvSpPr>
        <p:spPr>
          <a:xfrm>
            <a:off x="1342678" y="2421682"/>
            <a:ext cx="10009112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输出的内容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中包含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结束标签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，需要使用“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\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”对结束标签的“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”进行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转义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，即“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&lt;\/script&gt;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52BEFA9-AFCF-4C96-B607-EC23C2419361}"/>
              </a:ext>
            </a:extLst>
          </p:cNvPr>
          <p:cNvSpPr txBox="1"/>
          <p:nvPr/>
        </p:nvSpPr>
        <p:spPr>
          <a:xfrm>
            <a:off x="2494806" y="4013510"/>
            <a:ext cx="7128792" cy="5743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fr-FR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document.write('&lt;script&gt;alert(123);&lt;\/script&gt;');</a:t>
            </a:r>
          </a:p>
          <a:p>
            <a:pPr lvl="1">
              <a:lnSpc>
                <a:spcPct val="150000"/>
              </a:lnSpc>
            </a:pPr>
            <a:endParaRPr lang="zh-CN" altLang="en-US" sz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0AD002A-7B77-4893-8363-22ED4B1472EE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常用输入输出语句</a:t>
            </a:r>
          </a:p>
        </p:txBody>
      </p:sp>
    </p:spTree>
    <p:extLst>
      <p:ext uri="{BB962C8B-B14F-4D97-AF65-F5344CB8AC3E}">
        <p14:creationId xmlns:p14="http://schemas.microsoft.com/office/powerpoint/2010/main" val="3426508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112EC40-A66D-4624-89BE-1F2F4CFB6932}"/>
              </a:ext>
            </a:extLst>
          </p:cNvPr>
          <p:cNvSpPr/>
          <p:nvPr/>
        </p:nvSpPr>
        <p:spPr>
          <a:xfrm>
            <a:off x="2181898" y="1262275"/>
            <a:ext cx="4910302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C97F200-584E-4863-AC7C-FEFAE9F54CFD}"/>
              </a:ext>
            </a:extLst>
          </p:cNvPr>
          <p:cNvSpPr txBox="1"/>
          <p:nvPr/>
        </p:nvSpPr>
        <p:spPr>
          <a:xfrm>
            <a:off x="2291860" y="1402476"/>
            <a:ext cx="4667442" cy="400110"/>
          </a:xfrm>
          <a:prstGeom prst="rect">
            <a:avLst/>
          </a:prstGeom>
          <a:solidFill>
            <a:srgbClr val="1369B2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多学一招：在浏览器控制台中执行代码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7171776-C649-475B-AF6D-6B1F33BB1F72}"/>
              </a:ext>
            </a:extLst>
          </p:cNvPr>
          <p:cNvSpPr/>
          <p:nvPr/>
        </p:nvSpPr>
        <p:spPr>
          <a:xfrm>
            <a:off x="7192502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237529-15D2-46EA-8481-511A367458F3}"/>
              </a:ext>
            </a:extLst>
          </p:cNvPr>
          <p:cNvSpPr/>
          <p:nvPr/>
        </p:nvSpPr>
        <p:spPr>
          <a:xfrm>
            <a:off x="7380231" y="1262275"/>
            <a:ext cx="83127" cy="670560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思源黑体 CN Regular" panose="020B0500000000000000" pitchFamily="34" charset="-122"/>
              <a:sym typeface="Arial" panose="020B0604020202020204" pitchFamily="34" charset="0"/>
            </a:endParaRPr>
          </a:p>
        </p:txBody>
      </p:sp>
      <p:pic>
        <p:nvPicPr>
          <p:cNvPr id="12" name="图形 11" descr="讲故事">
            <a:extLst>
              <a:ext uri="{FF2B5EF4-FFF2-40B4-BE49-F238E27FC236}">
                <a16:creationId xmlns:a16="http://schemas.microsoft.com/office/drawing/2014/main" id="{6684872B-9D64-4BDB-95BD-35B49D3CE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639" y="1045642"/>
            <a:ext cx="936104" cy="93610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0415410-1729-4D06-B908-5A27F3714993}"/>
              </a:ext>
            </a:extLst>
          </p:cNvPr>
          <p:cNvSpPr txBox="1"/>
          <p:nvPr/>
        </p:nvSpPr>
        <p:spPr>
          <a:xfrm>
            <a:off x="1342678" y="2565698"/>
            <a:ext cx="10009112" cy="1996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在浏览器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控制台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中执行代码的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步骤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）首先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进入控制台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，从控制台中可以看到一个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闪烁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光标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，此时可以输入代码。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altLang="zh-CN" sz="105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）按下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回车键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，即可看到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代码的运行结果。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31C36DF-281A-4A14-AC65-F522BFC72E07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常用输入输出语句</a:t>
            </a:r>
          </a:p>
        </p:txBody>
      </p:sp>
    </p:spTree>
    <p:extLst>
      <p:ext uri="{BB962C8B-B14F-4D97-AF65-F5344CB8AC3E}">
        <p14:creationId xmlns:p14="http://schemas.microsoft.com/office/powerpoint/2010/main" val="3535713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7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965" y="3576722"/>
            <a:ext cx="4983480" cy="178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JavaScript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注释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，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能够合理运用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单行注释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、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多行</a:t>
            </a:r>
            <a:r>
              <a:rPr lang="zh-CN" altLang="en-US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注释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对代码进行解释说明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45217CD8-3208-44B4-A0E7-04F4359DC6B4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1.3.4  JavaScript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注释</a:t>
            </a:r>
          </a:p>
        </p:txBody>
      </p:sp>
    </p:spTree>
    <p:extLst>
      <p:ext uri="{BB962C8B-B14F-4D97-AF65-F5344CB8AC3E}">
        <p14:creationId xmlns:p14="http://schemas.microsoft.com/office/powerpoint/2010/main" val="2790239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DA5517D0-5F63-4E28-B3E1-8B432EA4F3A1}"/>
              </a:ext>
            </a:extLst>
          </p:cNvPr>
          <p:cNvSpPr txBox="1"/>
          <p:nvPr/>
        </p:nvSpPr>
        <p:spPr>
          <a:xfrm>
            <a:off x="1054645" y="1053530"/>
            <a:ext cx="1006240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注释可以增强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可读性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D241C3E-900B-4277-A5EF-E140131F424B}"/>
              </a:ext>
            </a:extLst>
          </p:cNvPr>
          <p:cNvSpPr txBox="1"/>
          <p:nvPr/>
        </p:nvSpPr>
        <p:spPr>
          <a:xfrm>
            <a:off x="1774726" y="2565698"/>
            <a:ext cx="61926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49956CE-794A-4164-95E4-1DE6DAAF4083}"/>
              </a:ext>
            </a:extLst>
          </p:cNvPr>
          <p:cNvSpPr txBox="1"/>
          <p:nvPr/>
        </p:nvSpPr>
        <p:spPr>
          <a:xfrm>
            <a:off x="1047799" y="1845618"/>
            <a:ext cx="10062407" cy="2530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注释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分类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如下：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单行注释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开始，到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该行结束之前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的内容都是注释。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1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多行注释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/*”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开始，以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“*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/”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结束。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行注释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中可以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嵌套单行注释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不能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再嵌套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多行注释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834E725-C0EB-49E4-9850-3A83D51938A2}"/>
              </a:ext>
            </a:extLst>
          </p:cNvPr>
          <p:cNvSpPr txBox="1"/>
          <p:nvPr/>
        </p:nvSpPr>
        <p:spPr>
          <a:xfrm>
            <a:off x="1884150" y="5002731"/>
            <a:ext cx="9289033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Visual Studio Code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编辑器中，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单行注释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使用快捷键“</a:t>
            </a:r>
            <a:r>
              <a:rPr lang="en-US" altLang="zh-CN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Ctrl+/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1800" dirty="0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多行注释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使用快捷键“</a:t>
            </a:r>
            <a:r>
              <a:rPr lang="en-US" altLang="zh-CN" sz="1800" dirty="0" err="1">
                <a:solidFill>
                  <a:srgbClr val="1369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Shift+Alt+A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67C9DEF-490B-47B0-A88E-34C8C6060CBD}"/>
              </a:ext>
            </a:extLst>
          </p:cNvPr>
          <p:cNvSpPr/>
          <p:nvPr/>
        </p:nvSpPr>
        <p:spPr>
          <a:xfrm>
            <a:off x="1280807" y="5033748"/>
            <a:ext cx="10009112" cy="91632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95959"/>
              </a:solidFill>
            </a:endParaRPr>
          </a:p>
        </p:txBody>
      </p:sp>
      <p:sp>
        <p:nvSpPr>
          <p:cNvPr id="10" name="流程图: 资料带 9">
            <a:extLst>
              <a:ext uri="{FF2B5EF4-FFF2-40B4-BE49-F238E27FC236}">
                <a16:creationId xmlns:a16="http://schemas.microsoft.com/office/drawing/2014/main" id="{DA004C4F-ECCB-492D-8A20-03C8235101F6}"/>
              </a:ext>
            </a:extLst>
          </p:cNvPr>
          <p:cNvSpPr/>
          <p:nvPr/>
        </p:nvSpPr>
        <p:spPr>
          <a:xfrm>
            <a:off x="1081819" y="4797946"/>
            <a:ext cx="775053" cy="504056"/>
          </a:xfrm>
          <a:prstGeom prst="flowChartPunchedTape">
            <a:avLst/>
          </a:prstGeom>
          <a:solidFill>
            <a:srgbClr val="1369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Tip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82F1EDA-0B66-4A3D-B57A-122D510CB3C0}"/>
              </a:ext>
            </a:extLst>
          </p:cNvPr>
          <p:cNvSpPr txBox="1"/>
          <p:nvPr/>
        </p:nvSpPr>
        <p:spPr>
          <a:xfrm>
            <a:off x="1143690" y="266995"/>
            <a:ext cx="5239548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1.3.4  JavaScript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注释</a:t>
            </a:r>
          </a:p>
        </p:txBody>
      </p:sp>
    </p:spTree>
    <p:extLst>
      <p:ext uri="{BB962C8B-B14F-4D97-AF65-F5344CB8AC3E}">
        <p14:creationId xmlns:p14="http://schemas.microsoft.com/office/powerpoint/2010/main" val="2219778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73F6908-92E7-4A91-863C-1B36143E8DCD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</a:p>
        </p:txBody>
      </p:sp>
      <p:sp>
        <p:nvSpPr>
          <p:cNvPr id="4" name="圆角矩形 26">
            <a:extLst>
              <a:ext uri="{FF2B5EF4-FFF2-40B4-BE49-F238E27FC236}">
                <a16:creationId xmlns:a16="http://schemas.microsoft.com/office/drawing/2014/main" id="{FB40132D-FEA4-4137-839F-407CBE609B3F}"/>
              </a:ext>
            </a:extLst>
          </p:cNvPr>
          <p:cNvSpPr/>
          <p:nvPr/>
        </p:nvSpPr>
        <p:spPr>
          <a:xfrm>
            <a:off x="1198880" y="1810385"/>
            <a:ext cx="9794240" cy="3635634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5" name="TextBox 38">
            <a:extLst>
              <a:ext uri="{FF2B5EF4-FFF2-40B4-BE49-F238E27FC236}">
                <a16:creationId xmlns:a16="http://schemas.microsoft.com/office/drawing/2014/main" id="{814CCD3C-575E-4C15-89E6-3D4FA5A051F1}"/>
              </a:ext>
            </a:extLst>
          </p:cNvPr>
          <p:cNvSpPr txBox="1"/>
          <p:nvPr/>
        </p:nvSpPr>
        <p:spPr>
          <a:xfrm>
            <a:off x="1595500" y="2597170"/>
            <a:ext cx="9001000" cy="23083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本章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首先介绍了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什么是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JavaScript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，以及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JavaScript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的用途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由来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组成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特点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，然后讲解了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浏览器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代码编辑器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相关的内容，最后讲解了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的基本使用，包括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JavaScript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初体验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JavaScript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引入方式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常用输入输出语句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JavaScript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注释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。希望读者通过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本章的学习，掌握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的基础知识，能够编写简单的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JavaScript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程序。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2D02CBD-122C-4126-9C27-9F5A42D82327}"/>
              </a:ext>
            </a:extLst>
          </p:cNvPr>
          <p:cNvSpPr/>
          <p:nvPr/>
        </p:nvSpPr>
        <p:spPr>
          <a:xfrm>
            <a:off x="442023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48D732B-AEB5-4AF0-80CB-E49986E102F7}"/>
              </a:ext>
            </a:extLst>
          </p:cNvPr>
          <p:cNvSpPr/>
          <p:nvPr/>
        </p:nvSpPr>
        <p:spPr>
          <a:xfrm>
            <a:off x="513905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0611DBD-A63B-4039-A64B-C5315892C467}"/>
              </a:ext>
            </a:extLst>
          </p:cNvPr>
          <p:cNvSpPr/>
          <p:nvPr/>
        </p:nvSpPr>
        <p:spPr>
          <a:xfrm>
            <a:off x="585787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CAB7274-D61E-48A3-90F6-2DA430D6E3B7}"/>
              </a:ext>
            </a:extLst>
          </p:cNvPr>
          <p:cNvSpPr/>
          <p:nvPr/>
        </p:nvSpPr>
        <p:spPr>
          <a:xfrm>
            <a:off x="657669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</a:t>
            </a:r>
          </a:p>
        </p:txBody>
      </p:sp>
    </p:spTree>
    <p:extLst>
      <p:ext uri="{BB962C8B-B14F-4D97-AF65-F5344CB8AC3E}">
        <p14:creationId xmlns:p14="http://schemas.microsoft.com/office/powerpoint/2010/main" val="3917308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7"/>
  <p:tag name="RESOURCELIBID_ANIM" val="460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9660</TotalTime>
  <Words>3121</Words>
  <Application>Microsoft Office PowerPoint</Application>
  <PresentationFormat>自定义</PresentationFormat>
  <Paragraphs>371</Paragraphs>
  <Slides>63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63</vt:i4>
      </vt:variant>
    </vt:vector>
  </HeadingPairs>
  <TitlesOfParts>
    <vt:vector size="78" baseType="lpstr">
      <vt:lpstr>Source Han Sans K Bold</vt:lpstr>
      <vt:lpstr>思源黑体 CN Medium</vt:lpstr>
      <vt:lpstr>思源黑体 CN Normal</vt:lpstr>
      <vt:lpstr>思源黑体 CN Regular</vt:lpstr>
      <vt:lpstr>宋体</vt:lpstr>
      <vt:lpstr>Microsoft YaHei</vt:lpstr>
      <vt:lpstr>Microsoft YaHei</vt:lpstr>
      <vt:lpstr>字魂105号-简雅黑</vt:lpstr>
      <vt:lpstr>字魂58号-创中黑</vt:lpstr>
      <vt:lpstr>Arial</vt:lpstr>
      <vt:lpstr>Calibri</vt:lpstr>
      <vt:lpstr>Courier New</vt:lpstr>
      <vt:lpstr>Wingdings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hd</cp:lastModifiedBy>
  <cp:revision>3025</cp:revision>
  <dcterms:created xsi:type="dcterms:W3CDTF">2020-11-09T06:56:00Z</dcterms:created>
  <dcterms:modified xsi:type="dcterms:W3CDTF">2022-10-24T07:37:52Z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2052-11.1.0.10072</vt:lpwstr>
  </property>
</Properties>
</file>